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403" r:id="rId3"/>
    <p:sldId id="466" r:id="rId4"/>
    <p:sldId id="485" r:id="rId5"/>
    <p:sldId id="486" r:id="rId6"/>
    <p:sldId id="259" r:id="rId7"/>
    <p:sldId id="487" r:id="rId8"/>
    <p:sldId id="312" r:id="rId9"/>
    <p:sldId id="492" r:id="rId10"/>
    <p:sldId id="499" r:id="rId11"/>
    <p:sldId id="493" r:id="rId12"/>
    <p:sldId id="261" r:id="rId13"/>
    <p:sldId id="494" r:id="rId14"/>
    <p:sldId id="495" r:id="rId15"/>
    <p:sldId id="497" r:id="rId16"/>
    <p:sldId id="264" r:id="rId17"/>
    <p:sldId id="500" r:id="rId18"/>
    <p:sldId id="504" r:id="rId19"/>
    <p:sldId id="509" r:id="rId20"/>
    <p:sldId id="507" r:id="rId21"/>
    <p:sldId id="508" r:id="rId22"/>
    <p:sldId id="505" r:id="rId23"/>
    <p:sldId id="506" r:id="rId24"/>
    <p:sldId id="510" r:id="rId25"/>
    <p:sldId id="511" r:id="rId26"/>
    <p:sldId id="278" r:id="rId27"/>
    <p:sldId id="512" r:id="rId28"/>
    <p:sldId id="513" r:id="rId29"/>
    <p:sldId id="281" r:id="rId30"/>
    <p:sldId id="514" r:id="rId31"/>
    <p:sldId id="632" r:id="rId32"/>
    <p:sldId id="516" r:id="rId33"/>
    <p:sldId id="517" r:id="rId34"/>
    <p:sldId id="518" r:id="rId35"/>
    <p:sldId id="627" r:id="rId36"/>
    <p:sldId id="519" r:id="rId37"/>
    <p:sldId id="520" r:id="rId38"/>
    <p:sldId id="521" r:id="rId39"/>
    <p:sldId id="522" r:id="rId40"/>
    <p:sldId id="290" r:id="rId41"/>
    <p:sldId id="523" r:id="rId42"/>
    <p:sldId id="530" r:id="rId43"/>
    <p:sldId id="531" r:id="rId44"/>
    <p:sldId id="533" r:id="rId45"/>
    <p:sldId id="524" r:id="rId46"/>
    <p:sldId id="525" r:id="rId47"/>
    <p:sldId id="528" r:id="rId48"/>
    <p:sldId id="529" r:id="rId49"/>
    <p:sldId id="534" r:id="rId50"/>
    <p:sldId id="535" r:id="rId51"/>
    <p:sldId id="536" r:id="rId52"/>
    <p:sldId id="628" r:id="rId53"/>
    <p:sldId id="297" r:id="rId54"/>
    <p:sldId id="629" r:id="rId55"/>
    <p:sldId id="630" r:id="rId56"/>
    <p:sldId id="631" r:id="rId57"/>
    <p:sldId id="301" r:id="rId58"/>
    <p:sldId id="304" r:id="rId59"/>
    <p:sldId id="483" r:id="rId60"/>
    <p:sldId id="267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5246D8-2D8B-D443-92D2-B83CF568DE4F}" type="doc">
      <dgm:prSet loTypeId="urn:microsoft.com/office/officeart/2005/8/layout/arrow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A836470-E160-0D4B-B94B-C84347DF8DA6}">
      <dgm:prSet/>
      <dgm:spPr/>
      <dgm:t>
        <a:bodyPr/>
        <a:lstStyle/>
        <a:p>
          <a:r>
            <a:rPr lang="ro-RO" noProof="0" dirty="0"/>
            <a:t>Directoare și fișiere</a:t>
          </a:r>
        </a:p>
      </dgm:t>
    </dgm:pt>
    <dgm:pt modelId="{EDD5A9DE-7D77-BD42-A8A9-0715FB0886DA}" type="parTrans" cxnId="{C8AB1842-AA40-C640-9836-7E5AF5CA5ED3}">
      <dgm:prSet/>
      <dgm:spPr/>
      <dgm:t>
        <a:bodyPr/>
        <a:lstStyle/>
        <a:p>
          <a:endParaRPr lang="en-US"/>
        </a:p>
      </dgm:t>
    </dgm:pt>
    <dgm:pt modelId="{432A5655-A179-2F4C-9113-C55067846198}" type="sibTrans" cxnId="{C8AB1842-AA40-C640-9836-7E5AF5CA5ED3}">
      <dgm:prSet/>
      <dgm:spPr/>
      <dgm:t>
        <a:bodyPr/>
        <a:lstStyle/>
        <a:p>
          <a:endParaRPr lang="en-US"/>
        </a:p>
      </dgm:t>
    </dgm:pt>
    <dgm:pt modelId="{E10D0554-C095-9F47-AC0E-A4BF2AFF2472}">
      <dgm:prSet/>
      <dgm:spPr/>
      <dgm:t>
        <a:bodyPr/>
        <a:lstStyle/>
        <a:p>
          <a:r>
            <a:rPr lang="ro-RO" noProof="0" dirty="0"/>
            <a:t>Structuri de date</a:t>
          </a:r>
        </a:p>
      </dgm:t>
    </dgm:pt>
    <dgm:pt modelId="{115752DA-7E6A-7446-ABCF-303E83219110}" type="parTrans" cxnId="{93ED61BA-3E1D-E840-A3FB-35BF5B3ABA46}">
      <dgm:prSet/>
      <dgm:spPr/>
      <dgm:t>
        <a:bodyPr/>
        <a:lstStyle/>
        <a:p>
          <a:endParaRPr lang="en-US"/>
        </a:p>
      </dgm:t>
    </dgm:pt>
    <dgm:pt modelId="{61294D39-6DEC-DB44-8A13-9FB072F60F2A}" type="sibTrans" cxnId="{93ED61BA-3E1D-E840-A3FB-35BF5B3ABA46}">
      <dgm:prSet/>
      <dgm:spPr/>
      <dgm:t>
        <a:bodyPr/>
        <a:lstStyle/>
        <a:p>
          <a:endParaRPr lang="en-US"/>
        </a:p>
      </dgm:t>
    </dgm:pt>
    <dgm:pt modelId="{BE14688B-A5DE-294E-9E7E-8E770DA9A45D}">
      <dgm:prSet/>
      <dgm:spPr/>
      <dgm:t>
        <a:bodyPr/>
        <a:lstStyle/>
        <a:p>
          <a:r>
            <a:rPr lang="ro-RO" noProof="0" dirty="0"/>
            <a:t>Aplicații</a:t>
          </a:r>
        </a:p>
      </dgm:t>
    </dgm:pt>
    <dgm:pt modelId="{FD1E6E9F-40C1-954D-B8D0-F795848093A5}" type="parTrans" cxnId="{A957BFEE-0E1C-0D48-9B29-C99296E3A3AE}">
      <dgm:prSet/>
      <dgm:spPr/>
      <dgm:t>
        <a:bodyPr/>
        <a:lstStyle/>
        <a:p>
          <a:endParaRPr lang="en-US"/>
        </a:p>
      </dgm:t>
    </dgm:pt>
    <dgm:pt modelId="{55AD4C2E-0AE9-A047-B281-663FF20F7907}" type="sibTrans" cxnId="{A957BFEE-0E1C-0D48-9B29-C99296E3A3AE}">
      <dgm:prSet/>
      <dgm:spPr/>
      <dgm:t>
        <a:bodyPr/>
        <a:lstStyle/>
        <a:p>
          <a:endParaRPr lang="en-US"/>
        </a:p>
      </dgm:t>
    </dgm:pt>
    <dgm:pt modelId="{8DBD4B60-D93B-FE48-9F42-23075E7E028A}">
      <dgm:prSet/>
      <dgm:spPr/>
      <dgm:t>
        <a:bodyPr/>
        <a:lstStyle/>
        <a:p>
          <a:r>
            <a:rPr lang="ro-RO" noProof="0" dirty="0"/>
            <a:t>Sistemul de operare</a:t>
          </a:r>
        </a:p>
      </dgm:t>
    </dgm:pt>
    <dgm:pt modelId="{6B1AE460-15D5-4140-A6AD-283E4F9FC2FF}" type="parTrans" cxnId="{2EC1CBDE-716C-AE46-B7C1-A7B62BC16C07}">
      <dgm:prSet/>
      <dgm:spPr/>
      <dgm:t>
        <a:bodyPr/>
        <a:lstStyle/>
        <a:p>
          <a:endParaRPr lang="en-US"/>
        </a:p>
      </dgm:t>
    </dgm:pt>
    <dgm:pt modelId="{705F7078-3424-4F44-BD15-E21D9103FDB6}" type="sibTrans" cxnId="{2EC1CBDE-716C-AE46-B7C1-A7B62BC16C07}">
      <dgm:prSet/>
      <dgm:spPr/>
      <dgm:t>
        <a:bodyPr/>
        <a:lstStyle/>
        <a:p>
          <a:endParaRPr lang="en-US"/>
        </a:p>
      </dgm:t>
    </dgm:pt>
    <dgm:pt modelId="{7914869E-08D9-EC43-BAC6-7F2A97ABC424}" type="pres">
      <dgm:prSet presAssocID="{015246D8-2D8B-D443-92D2-B83CF568DE4F}" presName="compositeShape" presStyleCnt="0">
        <dgm:presLayoutVars>
          <dgm:chMax val="2"/>
          <dgm:dir/>
          <dgm:resizeHandles val="exact"/>
        </dgm:presLayoutVars>
      </dgm:prSet>
      <dgm:spPr/>
    </dgm:pt>
    <dgm:pt modelId="{62D548D3-6C9A-BC44-9F7C-BE00ACE64467}" type="pres">
      <dgm:prSet presAssocID="{015246D8-2D8B-D443-92D2-B83CF568DE4F}" presName="divider" presStyleLbl="fgShp" presStyleIdx="0" presStyleCnt="1"/>
      <dgm:spPr/>
    </dgm:pt>
    <dgm:pt modelId="{7136A28F-CE50-BE47-807F-69057D82E074}" type="pres">
      <dgm:prSet presAssocID="{BE14688B-A5DE-294E-9E7E-8E770DA9A45D}" presName="downArrow" presStyleLbl="node1" presStyleIdx="0" presStyleCnt="2"/>
      <dgm:spPr/>
    </dgm:pt>
    <dgm:pt modelId="{91699EAC-A5FE-DD4D-8D24-D927BE8BF3A1}" type="pres">
      <dgm:prSet presAssocID="{BE14688B-A5DE-294E-9E7E-8E770DA9A45D}" presName="downArrowText" presStyleLbl="revTx" presStyleIdx="0" presStyleCnt="2">
        <dgm:presLayoutVars>
          <dgm:bulletEnabled val="1"/>
        </dgm:presLayoutVars>
      </dgm:prSet>
      <dgm:spPr/>
    </dgm:pt>
    <dgm:pt modelId="{2997D7DF-71DD-E54E-8E9E-5E116D47A05E}" type="pres">
      <dgm:prSet presAssocID="{8DBD4B60-D93B-FE48-9F42-23075E7E028A}" presName="upArrow" presStyleLbl="node1" presStyleIdx="1" presStyleCnt="2"/>
      <dgm:spPr/>
    </dgm:pt>
    <dgm:pt modelId="{C00DEE72-621B-D943-9B09-F76E2FF44BAC}" type="pres">
      <dgm:prSet presAssocID="{8DBD4B60-D93B-FE48-9F42-23075E7E028A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C8AB1842-AA40-C640-9836-7E5AF5CA5ED3}" srcId="{BE14688B-A5DE-294E-9E7E-8E770DA9A45D}" destId="{FA836470-E160-0D4B-B94B-C84347DF8DA6}" srcOrd="0" destOrd="0" parTransId="{EDD5A9DE-7D77-BD42-A8A9-0715FB0886DA}" sibTransId="{432A5655-A179-2F4C-9113-C55067846198}"/>
    <dgm:cxn modelId="{5CCC6D47-0BAA-F04F-9757-DEEB24417A51}" type="presOf" srcId="{015246D8-2D8B-D443-92D2-B83CF568DE4F}" destId="{7914869E-08D9-EC43-BAC6-7F2A97ABC424}" srcOrd="0" destOrd="0" presId="urn:microsoft.com/office/officeart/2005/8/layout/arrow3"/>
    <dgm:cxn modelId="{4E6EC854-9C09-084A-AB2F-EB61A0C098E5}" type="presOf" srcId="{BE14688B-A5DE-294E-9E7E-8E770DA9A45D}" destId="{91699EAC-A5FE-DD4D-8D24-D927BE8BF3A1}" srcOrd="0" destOrd="0" presId="urn:microsoft.com/office/officeart/2005/8/layout/arrow3"/>
    <dgm:cxn modelId="{2A73775F-8C70-1741-A694-C5F505D525F2}" type="presOf" srcId="{E10D0554-C095-9F47-AC0E-A4BF2AFF2472}" destId="{C00DEE72-621B-D943-9B09-F76E2FF44BAC}" srcOrd="0" destOrd="1" presId="urn:microsoft.com/office/officeart/2005/8/layout/arrow3"/>
    <dgm:cxn modelId="{EC22D26B-C47C-5B40-95DE-A5C97182C8A0}" type="presOf" srcId="{8DBD4B60-D93B-FE48-9F42-23075E7E028A}" destId="{C00DEE72-621B-D943-9B09-F76E2FF44BAC}" srcOrd="0" destOrd="0" presId="urn:microsoft.com/office/officeart/2005/8/layout/arrow3"/>
    <dgm:cxn modelId="{0141178E-0C9A-3F4A-9EC2-791968455966}" type="presOf" srcId="{FA836470-E160-0D4B-B94B-C84347DF8DA6}" destId="{91699EAC-A5FE-DD4D-8D24-D927BE8BF3A1}" srcOrd="0" destOrd="1" presId="urn:microsoft.com/office/officeart/2005/8/layout/arrow3"/>
    <dgm:cxn modelId="{93ED61BA-3E1D-E840-A3FB-35BF5B3ABA46}" srcId="{8DBD4B60-D93B-FE48-9F42-23075E7E028A}" destId="{E10D0554-C095-9F47-AC0E-A4BF2AFF2472}" srcOrd="0" destOrd="0" parTransId="{115752DA-7E6A-7446-ABCF-303E83219110}" sibTransId="{61294D39-6DEC-DB44-8A13-9FB072F60F2A}"/>
    <dgm:cxn modelId="{2EC1CBDE-716C-AE46-B7C1-A7B62BC16C07}" srcId="{015246D8-2D8B-D443-92D2-B83CF568DE4F}" destId="{8DBD4B60-D93B-FE48-9F42-23075E7E028A}" srcOrd="1" destOrd="0" parTransId="{6B1AE460-15D5-4140-A6AD-283E4F9FC2FF}" sibTransId="{705F7078-3424-4F44-BD15-E21D9103FDB6}"/>
    <dgm:cxn modelId="{A957BFEE-0E1C-0D48-9B29-C99296E3A3AE}" srcId="{015246D8-2D8B-D443-92D2-B83CF568DE4F}" destId="{BE14688B-A5DE-294E-9E7E-8E770DA9A45D}" srcOrd="0" destOrd="0" parTransId="{FD1E6E9F-40C1-954D-B8D0-F795848093A5}" sibTransId="{55AD4C2E-0AE9-A047-B281-663FF20F7907}"/>
    <dgm:cxn modelId="{5402AFEB-79B2-744C-BEE0-7417FD614101}" type="presParOf" srcId="{7914869E-08D9-EC43-BAC6-7F2A97ABC424}" destId="{62D548D3-6C9A-BC44-9F7C-BE00ACE64467}" srcOrd="0" destOrd="0" presId="urn:microsoft.com/office/officeart/2005/8/layout/arrow3"/>
    <dgm:cxn modelId="{77656B23-ABDD-9C42-B76C-29CA5FFAEE50}" type="presParOf" srcId="{7914869E-08D9-EC43-BAC6-7F2A97ABC424}" destId="{7136A28F-CE50-BE47-807F-69057D82E074}" srcOrd="1" destOrd="0" presId="urn:microsoft.com/office/officeart/2005/8/layout/arrow3"/>
    <dgm:cxn modelId="{1942D801-7E4F-2B4E-86FA-416D44D9E3C8}" type="presParOf" srcId="{7914869E-08D9-EC43-BAC6-7F2A97ABC424}" destId="{91699EAC-A5FE-DD4D-8D24-D927BE8BF3A1}" srcOrd="2" destOrd="0" presId="urn:microsoft.com/office/officeart/2005/8/layout/arrow3"/>
    <dgm:cxn modelId="{016B9E29-8D4E-6F46-A180-C3310505084C}" type="presParOf" srcId="{7914869E-08D9-EC43-BAC6-7F2A97ABC424}" destId="{2997D7DF-71DD-E54E-8E9E-5E116D47A05E}" srcOrd="3" destOrd="0" presId="urn:microsoft.com/office/officeart/2005/8/layout/arrow3"/>
    <dgm:cxn modelId="{82C187BA-A9EE-FE48-BC02-272BD5C6C862}" type="presParOf" srcId="{7914869E-08D9-EC43-BAC6-7F2A97ABC424}" destId="{C00DEE72-621B-D943-9B09-F76E2FF44BAC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69FADF-F271-1C40-AB72-143B4AE97416}" type="doc">
      <dgm:prSet loTypeId="urn:microsoft.com/office/officeart/2005/8/layout/StepDownProcess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983195-6A48-5C4B-8770-20AB9D3E4543}">
      <dgm:prSet phldrT="[Text]"/>
      <dgm:spPr/>
      <dgm:t>
        <a:bodyPr/>
        <a:lstStyle/>
        <a:p>
          <a:r>
            <a:rPr lang="ro-RO" noProof="0" dirty="0"/>
            <a:t>Utilizator</a:t>
          </a:r>
        </a:p>
      </dgm:t>
    </dgm:pt>
    <dgm:pt modelId="{229AC8EA-3AF9-DA4D-A165-1D7FCB567495}" type="sibTrans" cxnId="{DB815267-B5B6-4345-9657-C5CABABABA29}">
      <dgm:prSet/>
      <dgm:spPr/>
      <dgm:t>
        <a:bodyPr/>
        <a:lstStyle/>
        <a:p>
          <a:endParaRPr lang="en-US"/>
        </a:p>
      </dgm:t>
    </dgm:pt>
    <dgm:pt modelId="{6A5AB664-12BB-CD49-949B-81820C002161}" type="parTrans" cxnId="{DB815267-B5B6-4345-9657-C5CABABABA29}">
      <dgm:prSet/>
      <dgm:spPr/>
      <dgm:t>
        <a:bodyPr/>
        <a:lstStyle/>
        <a:p>
          <a:endParaRPr lang="en-US"/>
        </a:p>
      </dgm:t>
    </dgm:pt>
    <dgm:pt modelId="{F61433B2-DB46-3F4F-AD20-6D05E59B1CAB}">
      <dgm:prSet phldrT="[Text]"/>
      <dgm:spPr/>
      <dgm:t>
        <a:bodyPr/>
        <a:lstStyle/>
        <a:p>
          <a:r>
            <a:rPr lang="ro-RO" noProof="0" dirty="0"/>
            <a:t>Aplicație</a:t>
          </a:r>
        </a:p>
      </dgm:t>
    </dgm:pt>
    <dgm:pt modelId="{FC324636-5DAA-9A4A-98E3-840B5E5718C8}" type="parTrans" cxnId="{F7A80839-1A40-6D4F-AFF2-0BF95DF06D66}">
      <dgm:prSet/>
      <dgm:spPr/>
      <dgm:t>
        <a:bodyPr/>
        <a:lstStyle/>
        <a:p>
          <a:endParaRPr lang="en-US"/>
        </a:p>
      </dgm:t>
    </dgm:pt>
    <dgm:pt modelId="{7407BCDB-88B8-334F-8FED-27F8C11E6D27}" type="sibTrans" cxnId="{F7A80839-1A40-6D4F-AFF2-0BF95DF06D66}">
      <dgm:prSet/>
      <dgm:spPr/>
      <dgm:t>
        <a:bodyPr/>
        <a:lstStyle/>
        <a:p>
          <a:endParaRPr lang="en-US"/>
        </a:p>
      </dgm:t>
    </dgm:pt>
    <dgm:pt modelId="{93C92EE9-164B-4A4F-A844-2802722059BB}">
      <dgm:prSet phldrT="[Text]"/>
      <dgm:spPr/>
      <dgm:t>
        <a:bodyPr/>
        <a:lstStyle/>
        <a:p>
          <a:r>
            <a:rPr lang="ro-RO" noProof="0" dirty="0"/>
            <a:t>Meta-Informații</a:t>
          </a:r>
        </a:p>
      </dgm:t>
    </dgm:pt>
    <dgm:pt modelId="{9F08E6A3-27B6-3845-83B3-D8BBC94934BC}" type="parTrans" cxnId="{1DB2BAB5-6E47-5140-8C37-3F557C1C0E4E}">
      <dgm:prSet/>
      <dgm:spPr/>
      <dgm:t>
        <a:bodyPr/>
        <a:lstStyle/>
        <a:p>
          <a:endParaRPr lang="en-US"/>
        </a:p>
      </dgm:t>
    </dgm:pt>
    <dgm:pt modelId="{44F08614-B555-D143-B140-1DC6FF0C9683}" type="sibTrans" cxnId="{1DB2BAB5-6E47-5140-8C37-3F557C1C0E4E}">
      <dgm:prSet/>
      <dgm:spPr/>
      <dgm:t>
        <a:bodyPr/>
        <a:lstStyle/>
        <a:p>
          <a:endParaRPr lang="en-US"/>
        </a:p>
      </dgm:t>
    </dgm:pt>
    <dgm:pt modelId="{B4CFDF4A-5E8F-FC40-9130-53DB3BA3D0B6}">
      <dgm:prSet phldrT="[Text]"/>
      <dgm:spPr/>
      <dgm:t>
        <a:bodyPr/>
        <a:lstStyle/>
        <a:p>
          <a:r>
            <a:rPr lang="ro-RO" noProof="0" dirty="0"/>
            <a:t>Sistemul de fișiere</a:t>
          </a:r>
        </a:p>
      </dgm:t>
    </dgm:pt>
    <dgm:pt modelId="{830A4EF8-16E8-C946-AD5A-4E25EA85FAE5}" type="parTrans" cxnId="{DAFE5FC1-8B89-9C45-A2FC-591399A150AA}">
      <dgm:prSet/>
      <dgm:spPr/>
      <dgm:t>
        <a:bodyPr/>
        <a:lstStyle/>
        <a:p>
          <a:endParaRPr lang="en-US"/>
        </a:p>
      </dgm:t>
    </dgm:pt>
    <dgm:pt modelId="{EDDC70CF-7C88-A041-8BFD-5E3B7EF6AAAB}" type="sibTrans" cxnId="{DAFE5FC1-8B89-9C45-A2FC-591399A150AA}">
      <dgm:prSet/>
      <dgm:spPr/>
      <dgm:t>
        <a:bodyPr/>
        <a:lstStyle/>
        <a:p>
          <a:endParaRPr lang="en-US"/>
        </a:p>
      </dgm:t>
    </dgm:pt>
    <dgm:pt modelId="{F62516A9-B20A-234A-9C6D-587E71929DDC}">
      <dgm:prSet phldrT="[Text]"/>
      <dgm:spPr/>
      <dgm:t>
        <a:bodyPr/>
        <a:lstStyle/>
        <a:p>
          <a:r>
            <a:rPr lang="ro-RO" noProof="0" dirty="0"/>
            <a:t>Driver</a:t>
          </a:r>
        </a:p>
      </dgm:t>
    </dgm:pt>
    <dgm:pt modelId="{4782A614-39C0-3F40-AF29-928E3DE677A2}" type="parTrans" cxnId="{E1C0F934-C332-6D48-90A5-918EA0511BF6}">
      <dgm:prSet/>
      <dgm:spPr/>
      <dgm:t>
        <a:bodyPr/>
        <a:lstStyle/>
        <a:p>
          <a:endParaRPr lang="en-US"/>
        </a:p>
      </dgm:t>
    </dgm:pt>
    <dgm:pt modelId="{8F351AF1-3518-F644-9F49-1F7EB63AEF63}" type="sibTrans" cxnId="{E1C0F934-C332-6D48-90A5-918EA0511BF6}">
      <dgm:prSet/>
      <dgm:spPr/>
      <dgm:t>
        <a:bodyPr/>
        <a:lstStyle/>
        <a:p>
          <a:endParaRPr lang="en-US"/>
        </a:p>
      </dgm:t>
    </dgm:pt>
    <dgm:pt modelId="{3A45FEA9-2410-E44A-8697-8F30526C2B3F}">
      <dgm:prSet phldrT="[Text]"/>
      <dgm:spPr/>
      <dgm:t>
        <a:bodyPr/>
        <a:lstStyle/>
        <a:p>
          <a:r>
            <a:rPr lang="ro-RO" noProof="0" dirty="0"/>
            <a:t>Disc</a:t>
          </a:r>
        </a:p>
      </dgm:t>
    </dgm:pt>
    <dgm:pt modelId="{B269670B-B49C-D746-B025-EAAD907AE962}" type="parTrans" cxnId="{45187387-744E-8E46-9C19-C35058EEE884}">
      <dgm:prSet/>
      <dgm:spPr/>
      <dgm:t>
        <a:bodyPr/>
        <a:lstStyle/>
        <a:p>
          <a:endParaRPr lang="en-US"/>
        </a:p>
      </dgm:t>
    </dgm:pt>
    <dgm:pt modelId="{8AE8B8C5-07F3-8949-87BA-10CC79A7A1A9}" type="sibTrans" cxnId="{45187387-744E-8E46-9C19-C35058EEE884}">
      <dgm:prSet/>
      <dgm:spPr/>
      <dgm:t>
        <a:bodyPr/>
        <a:lstStyle/>
        <a:p>
          <a:endParaRPr lang="en-US"/>
        </a:p>
      </dgm:t>
    </dgm:pt>
    <dgm:pt modelId="{CD01D15E-88E2-DD4A-B440-93D58E363ABD}" type="pres">
      <dgm:prSet presAssocID="{A169FADF-F271-1C40-AB72-143B4AE97416}" presName="rootnode" presStyleCnt="0">
        <dgm:presLayoutVars>
          <dgm:chMax/>
          <dgm:chPref/>
          <dgm:dir/>
          <dgm:animLvl val="lvl"/>
        </dgm:presLayoutVars>
      </dgm:prSet>
      <dgm:spPr/>
    </dgm:pt>
    <dgm:pt modelId="{7777A171-EF79-5D4E-B76E-14AA674BD3E7}" type="pres">
      <dgm:prSet presAssocID="{C2983195-6A48-5C4B-8770-20AB9D3E4543}" presName="composite" presStyleCnt="0"/>
      <dgm:spPr/>
    </dgm:pt>
    <dgm:pt modelId="{59EF4B63-8C7F-D14A-A156-DE7C7B332318}" type="pres">
      <dgm:prSet presAssocID="{C2983195-6A48-5C4B-8770-20AB9D3E4543}" presName="bentUpArrow1" presStyleLbl="alignImgPlace1" presStyleIdx="0" presStyleCnt="5"/>
      <dgm:spPr/>
    </dgm:pt>
    <dgm:pt modelId="{B514B412-2A19-404E-A6A2-FF356C92E8E8}" type="pres">
      <dgm:prSet presAssocID="{C2983195-6A48-5C4B-8770-20AB9D3E4543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B76A1770-D827-D040-A129-708662936395}" type="pres">
      <dgm:prSet presAssocID="{C2983195-6A48-5C4B-8770-20AB9D3E4543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EB570FE-D6F6-6C48-9742-C05D17B2304D}" type="pres">
      <dgm:prSet presAssocID="{229AC8EA-3AF9-DA4D-A165-1D7FCB567495}" presName="sibTrans" presStyleCnt="0"/>
      <dgm:spPr/>
    </dgm:pt>
    <dgm:pt modelId="{D5F3C235-174C-6441-9F46-A01EE018A152}" type="pres">
      <dgm:prSet presAssocID="{F61433B2-DB46-3F4F-AD20-6D05E59B1CAB}" presName="composite" presStyleCnt="0"/>
      <dgm:spPr/>
    </dgm:pt>
    <dgm:pt modelId="{B67C800D-5715-3A40-843A-C0E24353C7AD}" type="pres">
      <dgm:prSet presAssocID="{F61433B2-DB46-3F4F-AD20-6D05E59B1CAB}" presName="bentUpArrow1" presStyleLbl="alignImgPlace1" presStyleIdx="1" presStyleCnt="5"/>
      <dgm:spPr/>
    </dgm:pt>
    <dgm:pt modelId="{D219F445-CC15-EF48-AE5A-39AEE2AC69A9}" type="pres">
      <dgm:prSet presAssocID="{F61433B2-DB46-3F4F-AD20-6D05E59B1CA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4E7BCCBB-70E5-5B4B-989C-91524D471ED5}" type="pres">
      <dgm:prSet presAssocID="{F61433B2-DB46-3F4F-AD20-6D05E59B1CAB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B192F1D9-1186-E648-A5CC-0CD09D6CA9AF}" type="pres">
      <dgm:prSet presAssocID="{7407BCDB-88B8-334F-8FED-27F8C11E6D27}" presName="sibTrans" presStyleCnt="0"/>
      <dgm:spPr/>
    </dgm:pt>
    <dgm:pt modelId="{9294D517-7EE1-F743-AD2D-139C7539B816}" type="pres">
      <dgm:prSet presAssocID="{93C92EE9-164B-4A4F-A844-2802722059BB}" presName="composite" presStyleCnt="0"/>
      <dgm:spPr/>
    </dgm:pt>
    <dgm:pt modelId="{C6F73B5C-CE18-FE44-ACC3-5ECFE847D1F6}" type="pres">
      <dgm:prSet presAssocID="{93C92EE9-164B-4A4F-A844-2802722059BB}" presName="bentUpArrow1" presStyleLbl="alignImgPlace1" presStyleIdx="2" presStyleCnt="5"/>
      <dgm:spPr/>
    </dgm:pt>
    <dgm:pt modelId="{8D191D35-D8BE-EC49-B13C-AF46DF8FBEA9}" type="pres">
      <dgm:prSet presAssocID="{93C92EE9-164B-4A4F-A844-2802722059BB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7EE6796-C3A8-D347-86C1-EF279D01F02D}" type="pres">
      <dgm:prSet presAssocID="{93C92EE9-164B-4A4F-A844-2802722059BB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5AD78B54-4093-3B4E-A7D8-9D3191B8047A}" type="pres">
      <dgm:prSet presAssocID="{44F08614-B555-D143-B140-1DC6FF0C9683}" presName="sibTrans" presStyleCnt="0"/>
      <dgm:spPr/>
    </dgm:pt>
    <dgm:pt modelId="{D1F3871E-3BDE-8148-9D3D-6E7AA2DC94EC}" type="pres">
      <dgm:prSet presAssocID="{B4CFDF4A-5E8F-FC40-9130-53DB3BA3D0B6}" presName="composite" presStyleCnt="0"/>
      <dgm:spPr/>
    </dgm:pt>
    <dgm:pt modelId="{E8B4659E-DD49-5142-94E9-792B79C59AA0}" type="pres">
      <dgm:prSet presAssocID="{B4CFDF4A-5E8F-FC40-9130-53DB3BA3D0B6}" presName="bentUpArrow1" presStyleLbl="alignImgPlace1" presStyleIdx="3" presStyleCnt="5"/>
      <dgm:spPr/>
    </dgm:pt>
    <dgm:pt modelId="{1E22AA6B-5B56-8246-9A87-931656272AA7}" type="pres">
      <dgm:prSet presAssocID="{B4CFDF4A-5E8F-FC40-9130-53DB3BA3D0B6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D6B0DD18-8DE2-7D41-B625-499DB1F4FC1A}" type="pres">
      <dgm:prSet presAssocID="{B4CFDF4A-5E8F-FC40-9130-53DB3BA3D0B6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66160683-3A4D-E140-B6BB-0D827B9BA7E7}" type="pres">
      <dgm:prSet presAssocID="{EDDC70CF-7C88-A041-8BFD-5E3B7EF6AAAB}" presName="sibTrans" presStyleCnt="0"/>
      <dgm:spPr/>
    </dgm:pt>
    <dgm:pt modelId="{82EA5FEF-D3E5-9C4B-B7EF-2F34B4D34D86}" type="pres">
      <dgm:prSet presAssocID="{F62516A9-B20A-234A-9C6D-587E71929DDC}" presName="composite" presStyleCnt="0"/>
      <dgm:spPr/>
    </dgm:pt>
    <dgm:pt modelId="{F015B09E-092F-7544-A1F3-E77E74167EFE}" type="pres">
      <dgm:prSet presAssocID="{F62516A9-B20A-234A-9C6D-587E71929DDC}" presName="bentUpArrow1" presStyleLbl="alignImgPlace1" presStyleIdx="4" presStyleCnt="5"/>
      <dgm:spPr/>
    </dgm:pt>
    <dgm:pt modelId="{592CA807-8ACC-804A-B003-EFC086F89EFF}" type="pres">
      <dgm:prSet presAssocID="{F62516A9-B20A-234A-9C6D-587E71929DDC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195086A-8FBB-6243-90F5-ABFD39E91B9C}" type="pres">
      <dgm:prSet presAssocID="{F62516A9-B20A-234A-9C6D-587E71929DDC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A3EC70F-EBE6-C94B-A8E9-463BDE978957}" type="pres">
      <dgm:prSet presAssocID="{8F351AF1-3518-F644-9F49-1F7EB63AEF63}" presName="sibTrans" presStyleCnt="0"/>
      <dgm:spPr/>
    </dgm:pt>
    <dgm:pt modelId="{3C292A84-2AC1-0E4B-9F1F-5BD475CF94B1}" type="pres">
      <dgm:prSet presAssocID="{3A45FEA9-2410-E44A-8697-8F30526C2B3F}" presName="composite" presStyleCnt="0"/>
      <dgm:spPr/>
    </dgm:pt>
    <dgm:pt modelId="{B1F03C18-58A4-5B46-A364-15C1BF8992EE}" type="pres">
      <dgm:prSet presAssocID="{3A45FEA9-2410-E44A-8697-8F30526C2B3F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3FDBA910-FA76-F042-8C2A-59497B533D28}" type="presOf" srcId="{C2983195-6A48-5C4B-8770-20AB9D3E4543}" destId="{B514B412-2A19-404E-A6A2-FF356C92E8E8}" srcOrd="0" destOrd="0" presId="urn:microsoft.com/office/officeart/2005/8/layout/StepDownProcess"/>
    <dgm:cxn modelId="{E1C0F934-C332-6D48-90A5-918EA0511BF6}" srcId="{A169FADF-F271-1C40-AB72-143B4AE97416}" destId="{F62516A9-B20A-234A-9C6D-587E71929DDC}" srcOrd="4" destOrd="0" parTransId="{4782A614-39C0-3F40-AF29-928E3DE677A2}" sibTransId="{8F351AF1-3518-F644-9F49-1F7EB63AEF63}"/>
    <dgm:cxn modelId="{C3919638-35EE-3748-B94D-61302E56B7B5}" type="presOf" srcId="{3A45FEA9-2410-E44A-8697-8F30526C2B3F}" destId="{B1F03C18-58A4-5B46-A364-15C1BF8992EE}" srcOrd="0" destOrd="0" presId="urn:microsoft.com/office/officeart/2005/8/layout/StepDownProcess"/>
    <dgm:cxn modelId="{F7A80839-1A40-6D4F-AFF2-0BF95DF06D66}" srcId="{A169FADF-F271-1C40-AB72-143B4AE97416}" destId="{F61433B2-DB46-3F4F-AD20-6D05E59B1CAB}" srcOrd="1" destOrd="0" parTransId="{FC324636-5DAA-9A4A-98E3-840B5E5718C8}" sibTransId="{7407BCDB-88B8-334F-8FED-27F8C11E6D27}"/>
    <dgm:cxn modelId="{DB815267-B5B6-4345-9657-C5CABABABA29}" srcId="{A169FADF-F271-1C40-AB72-143B4AE97416}" destId="{C2983195-6A48-5C4B-8770-20AB9D3E4543}" srcOrd="0" destOrd="0" parTransId="{6A5AB664-12BB-CD49-949B-81820C002161}" sibTransId="{229AC8EA-3AF9-DA4D-A165-1D7FCB567495}"/>
    <dgm:cxn modelId="{45187387-744E-8E46-9C19-C35058EEE884}" srcId="{A169FADF-F271-1C40-AB72-143B4AE97416}" destId="{3A45FEA9-2410-E44A-8697-8F30526C2B3F}" srcOrd="5" destOrd="0" parTransId="{B269670B-B49C-D746-B025-EAAD907AE962}" sibTransId="{8AE8B8C5-07F3-8949-87BA-10CC79A7A1A9}"/>
    <dgm:cxn modelId="{7D15F28C-5296-AF45-A27B-BC14DDC183D1}" type="presOf" srcId="{B4CFDF4A-5E8F-FC40-9130-53DB3BA3D0B6}" destId="{1E22AA6B-5B56-8246-9A87-931656272AA7}" srcOrd="0" destOrd="0" presId="urn:microsoft.com/office/officeart/2005/8/layout/StepDownProcess"/>
    <dgm:cxn modelId="{1DB2BAB5-6E47-5140-8C37-3F557C1C0E4E}" srcId="{A169FADF-F271-1C40-AB72-143B4AE97416}" destId="{93C92EE9-164B-4A4F-A844-2802722059BB}" srcOrd="2" destOrd="0" parTransId="{9F08E6A3-27B6-3845-83B3-D8BBC94934BC}" sibTransId="{44F08614-B555-D143-B140-1DC6FF0C9683}"/>
    <dgm:cxn modelId="{DAFE5FC1-8B89-9C45-A2FC-591399A150AA}" srcId="{A169FADF-F271-1C40-AB72-143B4AE97416}" destId="{B4CFDF4A-5E8F-FC40-9130-53DB3BA3D0B6}" srcOrd="3" destOrd="0" parTransId="{830A4EF8-16E8-C946-AD5A-4E25EA85FAE5}" sibTransId="{EDDC70CF-7C88-A041-8BFD-5E3B7EF6AAAB}"/>
    <dgm:cxn modelId="{B3B7FBCD-4D38-4243-AF1E-8C3CE214239F}" type="presOf" srcId="{93C92EE9-164B-4A4F-A844-2802722059BB}" destId="{8D191D35-D8BE-EC49-B13C-AF46DF8FBEA9}" srcOrd="0" destOrd="0" presId="urn:microsoft.com/office/officeart/2005/8/layout/StepDownProcess"/>
    <dgm:cxn modelId="{FD9E1BDB-F102-5E48-B0A9-A748689E0CE5}" type="presOf" srcId="{F61433B2-DB46-3F4F-AD20-6D05E59B1CAB}" destId="{D219F445-CC15-EF48-AE5A-39AEE2AC69A9}" srcOrd="0" destOrd="0" presId="urn:microsoft.com/office/officeart/2005/8/layout/StepDownProcess"/>
    <dgm:cxn modelId="{CAFE58E1-49D6-7C4C-91DF-F75621277124}" type="presOf" srcId="{F62516A9-B20A-234A-9C6D-587E71929DDC}" destId="{592CA807-8ACC-804A-B003-EFC086F89EFF}" srcOrd="0" destOrd="0" presId="urn:microsoft.com/office/officeart/2005/8/layout/StepDownProcess"/>
    <dgm:cxn modelId="{164A0DF6-8B1B-E14D-9412-E05B89BB9CC4}" type="presOf" srcId="{A169FADF-F271-1C40-AB72-143B4AE97416}" destId="{CD01D15E-88E2-DD4A-B440-93D58E363ABD}" srcOrd="0" destOrd="0" presId="urn:microsoft.com/office/officeart/2005/8/layout/StepDownProcess"/>
    <dgm:cxn modelId="{9463D8EA-98F5-1243-91C7-8C199E21AF59}" type="presParOf" srcId="{CD01D15E-88E2-DD4A-B440-93D58E363ABD}" destId="{7777A171-EF79-5D4E-B76E-14AA674BD3E7}" srcOrd="0" destOrd="0" presId="urn:microsoft.com/office/officeart/2005/8/layout/StepDownProcess"/>
    <dgm:cxn modelId="{B6429F12-939F-E34B-9575-B59C51EB93E1}" type="presParOf" srcId="{7777A171-EF79-5D4E-B76E-14AA674BD3E7}" destId="{59EF4B63-8C7F-D14A-A156-DE7C7B332318}" srcOrd="0" destOrd="0" presId="urn:microsoft.com/office/officeart/2005/8/layout/StepDownProcess"/>
    <dgm:cxn modelId="{A451B0B1-A6AC-3540-A63F-DF5998306F85}" type="presParOf" srcId="{7777A171-EF79-5D4E-B76E-14AA674BD3E7}" destId="{B514B412-2A19-404E-A6A2-FF356C92E8E8}" srcOrd="1" destOrd="0" presId="urn:microsoft.com/office/officeart/2005/8/layout/StepDownProcess"/>
    <dgm:cxn modelId="{62621279-3589-0544-B744-10B4C2DC0400}" type="presParOf" srcId="{7777A171-EF79-5D4E-B76E-14AA674BD3E7}" destId="{B76A1770-D827-D040-A129-708662936395}" srcOrd="2" destOrd="0" presId="urn:microsoft.com/office/officeart/2005/8/layout/StepDownProcess"/>
    <dgm:cxn modelId="{9F87D478-A9C0-084A-9F7F-E47C5858E269}" type="presParOf" srcId="{CD01D15E-88E2-DD4A-B440-93D58E363ABD}" destId="{7EB570FE-D6F6-6C48-9742-C05D17B2304D}" srcOrd="1" destOrd="0" presId="urn:microsoft.com/office/officeart/2005/8/layout/StepDownProcess"/>
    <dgm:cxn modelId="{69BB9DF2-4C86-2E44-BF62-BB15FF29C098}" type="presParOf" srcId="{CD01D15E-88E2-DD4A-B440-93D58E363ABD}" destId="{D5F3C235-174C-6441-9F46-A01EE018A152}" srcOrd="2" destOrd="0" presId="urn:microsoft.com/office/officeart/2005/8/layout/StepDownProcess"/>
    <dgm:cxn modelId="{0B186D5F-D32B-EB42-A081-BA67797FFA79}" type="presParOf" srcId="{D5F3C235-174C-6441-9F46-A01EE018A152}" destId="{B67C800D-5715-3A40-843A-C0E24353C7AD}" srcOrd="0" destOrd="0" presId="urn:microsoft.com/office/officeart/2005/8/layout/StepDownProcess"/>
    <dgm:cxn modelId="{314D0DDA-7502-1842-BEB9-53D6A5921558}" type="presParOf" srcId="{D5F3C235-174C-6441-9F46-A01EE018A152}" destId="{D219F445-CC15-EF48-AE5A-39AEE2AC69A9}" srcOrd="1" destOrd="0" presId="urn:microsoft.com/office/officeart/2005/8/layout/StepDownProcess"/>
    <dgm:cxn modelId="{638E1BB0-148C-D74C-8425-8E5E4C4FA178}" type="presParOf" srcId="{D5F3C235-174C-6441-9F46-A01EE018A152}" destId="{4E7BCCBB-70E5-5B4B-989C-91524D471ED5}" srcOrd="2" destOrd="0" presId="urn:microsoft.com/office/officeart/2005/8/layout/StepDownProcess"/>
    <dgm:cxn modelId="{F47919F6-5876-C841-9C21-B063C2696554}" type="presParOf" srcId="{CD01D15E-88E2-DD4A-B440-93D58E363ABD}" destId="{B192F1D9-1186-E648-A5CC-0CD09D6CA9AF}" srcOrd="3" destOrd="0" presId="urn:microsoft.com/office/officeart/2005/8/layout/StepDownProcess"/>
    <dgm:cxn modelId="{6197F0E3-CF08-8749-9D11-CBAE04BC91E9}" type="presParOf" srcId="{CD01D15E-88E2-DD4A-B440-93D58E363ABD}" destId="{9294D517-7EE1-F743-AD2D-139C7539B816}" srcOrd="4" destOrd="0" presId="urn:microsoft.com/office/officeart/2005/8/layout/StepDownProcess"/>
    <dgm:cxn modelId="{E7521A13-92D6-9A46-98D7-6EEBD590DB56}" type="presParOf" srcId="{9294D517-7EE1-F743-AD2D-139C7539B816}" destId="{C6F73B5C-CE18-FE44-ACC3-5ECFE847D1F6}" srcOrd="0" destOrd="0" presId="urn:microsoft.com/office/officeart/2005/8/layout/StepDownProcess"/>
    <dgm:cxn modelId="{FEF7683B-85F0-9E43-8449-1633F14DE610}" type="presParOf" srcId="{9294D517-7EE1-F743-AD2D-139C7539B816}" destId="{8D191D35-D8BE-EC49-B13C-AF46DF8FBEA9}" srcOrd="1" destOrd="0" presId="urn:microsoft.com/office/officeart/2005/8/layout/StepDownProcess"/>
    <dgm:cxn modelId="{78DF024F-2BED-0F41-9EFD-1C4CE897420C}" type="presParOf" srcId="{9294D517-7EE1-F743-AD2D-139C7539B816}" destId="{D7EE6796-C3A8-D347-86C1-EF279D01F02D}" srcOrd="2" destOrd="0" presId="urn:microsoft.com/office/officeart/2005/8/layout/StepDownProcess"/>
    <dgm:cxn modelId="{50EF6715-E972-6F4A-AD77-8B94CD1488E5}" type="presParOf" srcId="{CD01D15E-88E2-DD4A-B440-93D58E363ABD}" destId="{5AD78B54-4093-3B4E-A7D8-9D3191B8047A}" srcOrd="5" destOrd="0" presId="urn:microsoft.com/office/officeart/2005/8/layout/StepDownProcess"/>
    <dgm:cxn modelId="{D3ED7F5E-6C23-7C48-A138-447F68476D58}" type="presParOf" srcId="{CD01D15E-88E2-DD4A-B440-93D58E363ABD}" destId="{D1F3871E-3BDE-8148-9D3D-6E7AA2DC94EC}" srcOrd="6" destOrd="0" presId="urn:microsoft.com/office/officeart/2005/8/layout/StepDownProcess"/>
    <dgm:cxn modelId="{AAD42361-5EA1-914E-BDA7-BDF903FF7DCC}" type="presParOf" srcId="{D1F3871E-3BDE-8148-9D3D-6E7AA2DC94EC}" destId="{E8B4659E-DD49-5142-94E9-792B79C59AA0}" srcOrd="0" destOrd="0" presId="urn:microsoft.com/office/officeart/2005/8/layout/StepDownProcess"/>
    <dgm:cxn modelId="{C3CD722A-A1F0-FE4B-8C72-64C5D11A8462}" type="presParOf" srcId="{D1F3871E-3BDE-8148-9D3D-6E7AA2DC94EC}" destId="{1E22AA6B-5B56-8246-9A87-931656272AA7}" srcOrd="1" destOrd="0" presId="urn:microsoft.com/office/officeart/2005/8/layout/StepDownProcess"/>
    <dgm:cxn modelId="{BD4796C1-5608-314D-8415-1C88BA0198EE}" type="presParOf" srcId="{D1F3871E-3BDE-8148-9D3D-6E7AA2DC94EC}" destId="{D6B0DD18-8DE2-7D41-B625-499DB1F4FC1A}" srcOrd="2" destOrd="0" presId="urn:microsoft.com/office/officeart/2005/8/layout/StepDownProcess"/>
    <dgm:cxn modelId="{F472A0CB-B894-154F-831E-660177538252}" type="presParOf" srcId="{CD01D15E-88E2-DD4A-B440-93D58E363ABD}" destId="{66160683-3A4D-E140-B6BB-0D827B9BA7E7}" srcOrd="7" destOrd="0" presId="urn:microsoft.com/office/officeart/2005/8/layout/StepDownProcess"/>
    <dgm:cxn modelId="{B6999AB5-8294-9349-A924-31502524231F}" type="presParOf" srcId="{CD01D15E-88E2-DD4A-B440-93D58E363ABD}" destId="{82EA5FEF-D3E5-9C4B-B7EF-2F34B4D34D86}" srcOrd="8" destOrd="0" presId="urn:microsoft.com/office/officeart/2005/8/layout/StepDownProcess"/>
    <dgm:cxn modelId="{BEB667AF-F2A5-214D-9AFD-92AD5B26C759}" type="presParOf" srcId="{82EA5FEF-D3E5-9C4B-B7EF-2F34B4D34D86}" destId="{F015B09E-092F-7544-A1F3-E77E74167EFE}" srcOrd="0" destOrd="0" presId="urn:microsoft.com/office/officeart/2005/8/layout/StepDownProcess"/>
    <dgm:cxn modelId="{DD21FC53-DC14-A644-8D46-615349452F5B}" type="presParOf" srcId="{82EA5FEF-D3E5-9C4B-B7EF-2F34B4D34D86}" destId="{592CA807-8ACC-804A-B003-EFC086F89EFF}" srcOrd="1" destOrd="0" presId="urn:microsoft.com/office/officeart/2005/8/layout/StepDownProcess"/>
    <dgm:cxn modelId="{CF202282-F837-D642-AAA2-4B00E11B8D3E}" type="presParOf" srcId="{82EA5FEF-D3E5-9C4B-B7EF-2F34B4D34D86}" destId="{6195086A-8FBB-6243-90F5-ABFD39E91B9C}" srcOrd="2" destOrd="0" presId="urn:microsoft.com/office/officeart/2005/8/layout/StepDownProcess"/>
    <dgm:cxn modelId="{1872B262-C7F1-F145-8294-EF5F5BC81249}" type="presParOf" srcId="{CD01D15E-88E2-DD4A-B440-93D58E363ABD}" destId="{DA3EC70F-EBE6-C94B-A8E9-463BDE978957}" srcOrd="9" destOrd="0" presId="urn:microsoft.com/office/officeart/2005/8/layout/StepDownProcess"/>
    <dgm:cxn modelId="{46265B4A-9F57-3A40-9B8B-89B69A5C6C61}" type="presParOf" srcId="{CD01D15E-88E2-DD4A-B440-93D58E363ABD}" destId="{3C292A84-2AC1-0E4B-9F1F-5BD475CF94B1}" srcOrd="10" destOrd="0" presId="urn:microsoft.com/office/officeart/2005/8/layout/StepDownProcess"/>
    <dgm:cxn modelId="{1DC0143D-CE3D-A549-8235-2DDF5731A635}" type="presParOf" srcId="{3C292A84-2AC1-0E4B-9F1F-5BD475CF94B1}" destId="{B1F03C18-58A4-5B46-A364-15C1BF8992EE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5246D8-2D8B-D443-92D2-B83CF568DE4F}" type="doc">
      <dgm:prSet loTypeId="urn:microsoft.com/office/officeart/2005/8/layout/arrow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A836470-E160-0D4B-B94B-C84347DF8DA6}">
      <dgm:prSet/>
      <dgm:spPr/>
      <dgm:t>
        <a:bodyPr/>
        <a:lstStyle/>
        <a:p>
          <a:r>
            <a:rPr lang="ro-RO" noProof="0" dirty="0"/>
            <a:t>Nume de fișier</a:t>
          </a:r>
        </a:p>
      </dgm:t>
    </dgm:pt>
    <dgm:pt modelId="{EDD5A9DE-7D77-BD42-A8A9-0715FB0886DA}" type="parTrans" cxnId="{C8AB1842-AA40-C640-9836-7E5AF5CA5ED3}">
      <dgm:prSet/>
      <dgm:spPr/>
      <dgm:t>
        <a:bodyPr/>
        <a:lstStyle/>
        <a:p>
          <a:endParaRPr lang="en-US"/>
        </a:p>
      </dgm:t>
    </dgm:pt>
    <dgm:pt modelId="{432A5655-A179-2F4C-9113-C55067846198}" type="sibTrans" cxnId="{C8AB1842-AA40-C640-9836-7E5AF5CA5ED3}">
      <dgm:prSet/>
      <dgm:spPr/>
      <dgm:t>
        <a:bodyPr/>
        <a:lstStyle/>
        <a:p>
          <a:endParaRPr lang="en-US"/>
        </a:p>
      </dgm:t>
    </dgm:pt>
    <dgm:pt modelId="{E10D0554-C095-9F47-AC0E-A4BF2AFF2472}">
      <dgm:prSet/>
      <dgm:spPr/>
      <dgm:t>
        <a:bodyPr/>
        <a:lstStyle/>
        <a:p>
          <a:r>
            <a:rPr lang="ro-RO" noProof="0" dirty="0"/>
            <a:t>bloc</a:t>
          </a:r>
        </a:p>
      </dgm:t>
    </dgm:pt>
    <dgm:pt modelId="{115752DA-7E6A-7446-ABCF-303E83219110}" type="parTrans" cxnId="{93ED61BA-3E1D-E840-A3FB-35BF5B3ABA46}">
      <dgm:prSet/>
      <dgm:spPr/>
      <dgm:t>
        <a:bodyPr/>
        <a:lstStyle/>
        <a:p>
          <a:endParaRPr lang="en-US"/>
        </a:p>
      </dgm:t>
    </dgm:pt>
    <dgm:pt modelId="{61294D39-6DEC-DB44-8A13-9FB072F60F2A}" type="sibTrans" cxnId="{93ED61BA-3E1D-E840-A3FB-35BF5B3ABA46}">
      <dgm:prSet/>
      <dgm:spPr/>
      <dgm:t>
        <a:bodyPr/>
        <a:lstStyle/>
        <a:p>
          <a:endParaRPr lang="en-US"/>
        </a:p>
      </dgm:t>
    </dgm:pt>
    <dgm:pt modelId="{BE14688B-A5DE-294E-9E7E-8E770DA9A45D}">
      <dgm:prSet/>
      <dgm:spPr/>
      <dgm:t>
        <a:bodyPr/>
        <a:lstStyle/>
        <a:p>
          <a:r>
            <a:rPr lang="ro-RO" noProof="0" dirty="0"/>
            <a:t>Aplicații</a:t>
          </a:r>
        </a:p>
      </dgm:t>
    </dgm:pt>
    <dgm:pt modelId="{FD1E6E9F-40C1-954D-B8D0-F795848093A5}" type="parTrans" cxnId="{A957BFEE-0E1C-0D48-9B29-C99296E3A3AE}">
      <dgm:prSet/>
      <dgm:spPr/>
      <dgm:t>
        <a:bodyPr/>
        <a:lstStyle/>
        <a:p>
          <a:endParaRPr lang="en-US"/>
        </a:p>
      </dgm:t>
    </dgm:pt>
    <dgm:pt modelId="{55AD4C2E-0AE9-A047-B281-663FF20F7907}" type="sibTrans" cxnId="{A957BFEE-0E1C-0D48-9B29-C99296E3A3AE}">
      <dgm:prSet/>
      <dgm:spPr/>
      <dgm:t>
        <a:bodyPr/>
        <a:lstStyle/>
        <a:p>
          <a:endParaRPr lang="en-US"/>
        </a:p>
      </dgm:t>
    </dgm:pt>
    <dgm:pt modelId="{8DBD4B60-D93B-FE48-9F42-23075E7E028A}">
      <dgm:prSet/>
      <dgm:spPr/>
      <dgm:t>
        <a:bodyPr/>
        <a:lstStyle/>
        <a:p>
          <a:r>
            <a:rPr lang="ro-RO" noProof="0" dirty="0"/>
            <a:t>Sistemul de operare</a:t>
          </a:r>
        </a:p>
      </dgm:t>
    </dgm:pt>
    <dgm:pt modelId="{6B1AE460-15D5-4140-A6AD-283E4F9FC2FF}" type="parTrans" cxnId="{2EC1CBDE-716C-AE46-B7C1-A7B62BC16C07}">
      <dgm:prSet/>
      <dgm:spPr/>
      <dgm:t>
        <a:bodyPr/>
        <a:lstStyle/>
        <a:p>
          <a:endParaRPr lang="en-US"/>
        </a:p>
      </dgm:t>
    </dgm:pt>
    <dgm:pt modelId="{705F7078-3424-4F44-BD15-E21D9103FDB6}" type="sibTrans" cxnId="{2EC1CBDE-716C-AE46-B7C1-A7B62BC16C07}">
      <dgm:prSet/>
      <dgm:spPr/>
      <dgm:t>
        <a:bodyPr/>
        <a:lstStyle/>
        <a:p>
          <a:endParaRPr lang="en-US"/>
        </a:p>
      </dgm:t>
    </dgm:pt>
    <dgm:pt modelId="{A6CA1AFC-D491-A246-883D-68B97E111417}">
      <dgm:prSet/>
      <dgm:spPr/>
      <dgm:t>
        <a:bodyPr/>
        <a:lstStyle/>
        <a:p>
          <a:r>
            <a:rPr lang="ro-RO" noProof="0" dirty="0"/>
            <a:t>Atribute</a:t>
          </a:r>
        </a:p>
      </dgm:t>
    </dgm:pt>
    <dgm:pt modelId="{685B5B1A-C463-BD40-A602-7AEC29B2343B}" type="parTrans" cxnId="{94A41B10-77DD-0348-B5B8-A06E9A1AB8BF}">
      <dgm:prSet/>
      <dgm:spPr/>
      <dgm:t>
        <a:bodyPr/>
        <a:lstStyle/>
        <a:p>
          <a:endParaRPr lang="en-US"/>
        </a:p>
      </dgm:t>
    </dgm:pt>
    <dgm:pt modelId="{86A655AA-54A1-B644-B7DC-109A37193C1E}" type="sibTrans" cxnId="{94A41B10-77DD-0348-B5B8-A06E9A1AB8BF}">
      <dgm:prSet/>
      <dgm:spPr/>
      <dgm:t>
        <a:bodyPr/>
        <a:lstStyle/>
        <a:p>
          <a:endParaRPr lang="en-US"/>
        </a:p>
      </dgm:t>
    </dgm:pt>
    <dgm:pt modelId="{612609D1-401B-2043-A6BD-5C6C129E239B}">
      <dgm:prSet/>
      <dgm:spPr/>
      <dgm:t>
        <a:bodyPr/>
        <a:lstStyle/>
        <a:p>
          <a:r>
            <a:rPr lang="ro-RO" noProof="0" dirty="0"/>
            <a:t>Descriptor de fișier</a:t>
          </a:r>
        </a:p>
      </dgm:t>
    </dgm:pt>
    <dgm:pt modelId="{1CCA6A56-9922-444F-8B0A-BC669BDA58A4}" type="parTrans" cxnId="{0A7B9B50-93CF-984A-9161-C7A4B799A29E}">
      <dgm:prSet/>
      <dgm:spPr/>
      <dgm:t>
        <a:bodyPr/>
        <a:lstStyle/>
        <a:p>
          <a:endParaRPr lang="en-US"/>
        </a:p>
      </dgm:t>
    </dgm:pt>
    <dgm:pt modelId="{3C245CB9-2014-1249-B7F9-B3C1EC0FF7E3}" type="sibTrans" cxnId="{0A7B9B50-93CF-984A-9161-C7A4B799A29E}">
      <dgm:prSet/>
      <dgm:spPr/>
      <dgm:t>
        <a:bodyPr/>
        <a:lstStyle/>
        <a:p>
          <a:endParaRPr lang="en-US"/>
        </a:p>
      </dgm:t>
    </dgm:pt>
    <dgm:pt modelId="{FE406418-08F0-4242-9DA4-3E824B689B85}">
      <dgm:prSet/>
      <dgm:spPr/>
      <dgm:t>
        <a:bodyPr/>
        <a:lstStyle/>
        <a:p>
          <a:r>
            <a:rPr lang="ro-RO" noProof="0" dirty="0"/>
            <a:t>Fișier</a:t>
          </a:r>
        </a:p>
      </dgm:t>
    </dgm:pt>
    <dgm:pt modelId="{E09250F7-D177-C240-AF76-479A51309C67}" type="parTrans" cxnId="{3C1BF229-1D7D-D14C-9A5D-D01D4B8216B7}">
      <dgm:prSet/>
      <dgm:spPr/>
      <dgm:t>
        <a:bodyPr/>
        <a:lstStyle/>
        <a:p>
          <a:endParaRPr lang="en-US"/>
        </a:p>
      </dgm:t>
    </dgm:pt>
    <dgm:pt modelId="{DFD89F09-CC1E-974C-A632-8940F42E94D6}" type="sibTrans" cxnId="{3C1BF229-1D7D-D14C-9A5D-D01D4B8216B7}">
      <dgm:prSet/>
      <dgm:spPr/>
      <dgm:t>
        <a:bodyPr/>
        <a:lstStyle/>
        <a:p>
          <a:endParaRPr lang="en-US"/>
        </a:p>
      </dgm:t>
    </dgm:pt>
    <dgm:pt modelId="{0FEA8A6A-375D-5447-973E-8485298EA1AC}">
      <dgm:prSet/>
      <dgm:spPr/>
      <dgm:t>
        <a:bodyPr/>
        <a:lstStyle/>
        <a:p>
          <a:r>
            <a:rPr lang="ro-RO" noProof="0" dirty="0"/>
            <a:t>Cursor</a:t>
          </a:r>
        </a:p>
      </dgm:t>
    </dgm:pt>
    <dgm:pt modelId="{CFF23250-AA4E-0245-9860-8F3B2E5AC574}" type="parTrans" cxnId="{7EAE7225-7F90-EB4B-A676-A2F2200DAC3E}">
      <dgm:prSet/>
      <dgm:spPr/>
      <dgm:t>
        <a:bodyPr/>
        <a:lstStyle/>
        <a:p>
          <a:endParaRPr lang="en-US"/>
        </a:p>
      </dgm:t>
    </dgm:pt>
    <dgm:pt modelId="{E1885A37-0121-5A4F-B4AB-F3098D012E45}" type="sibTrans" cxnId="{7EAE7225-7F90-EB4B-A676-A2F2200DAC3E}">
      <dgm:prSet/>
      <dgm:spPr/>
      <dgm:t>
        <a:bodyPr/>
        <a:lstStyle/>
        <a:p>
          <a:endParaRPr lang="en-US"/>
        </a:p>
      </dgm:t>
    </dgm:pt>
    <dgm:pt modelId="{C8701570-AFAE-FA49-9CEF-9D341A3601E9}">
      <dgm:prSet/>
      <dgm:spPr/>
      <dgm:t>
        <a:bodyPr/>
        <a:lstStyle/>
        <a:p>
          <a:r>
            <a:rPr lang="ro-RO" noProof="0" dirty="0" err="1"/>
            <a:t>inode</a:t>
          </a:r>
          <a:endParaRPr lang="ro-RO" noProof="0" dirty="0"/>
        </a:p>
      </dgm:t>
    </dgm:pt>
    <dgm:pt modelId="{EFFA420C-9852-B944-89F0-B7D229D23480}" type="parTrans" cxnId="{422C1A98-2498-5B4B-B77D-6D4640EE4D07}">
      <dgm:prSet/>
      <dgm:spPr/>
      <dgm:t>
        <a:bodyPr/>
        <a:lstStyle/>
        <a:p>
          <a:endParaRPr lang="en-US"/>
        </a:p>
      </dgm:t>
    </dgm:pt>
    <dgm:pt modelId="{9499152A-5BB5-E246-91BA-5FF4FF8F9C31}" type="sibTrans" cxnId="{422C1A98-2498-5B4B-B77D-6D4640EE4D07}">
      <dgm:prSet/>
      <dgm:spPr/>
      <dgm:t>
        <a:bodyPr/>
        <a:lstStyle/>
        <a:p>
          <a:endParaRPr lang="en-US"/>
        </a:p>
      </dgm:t>
    </dgm:pt>
    <dgm:pt modelId="{6CE30A0F-08B1-B94F-B559-CEE713D7627C}">
      <dgm:prSet/>
      <dgm:spPr/>
      <dgm:t>
        <a:bodyPr/>
        <a:lstStyle/>
        <a:p>
          <a:r>
            <a:rPr lang="ro-RO" noProof="0" dirty="0"/>
            <a:t>alocare</a:t>
          </a:r>
        </a:p>
      </dgm:t>
    </dgm:pt>
    <dgm:pt modelId="{9DC85719-71E5-DF4E-BAB1-D09782B5A04C}" type="parTrans" cxnId="{28420FD8-1CE9-DE45-B39D-C0166AAA4E9B}">
      <dgm:prSet/>
      <dgm:spPr/>
      <dgm:t>
        <a:bodyPr/>
        <a:lstStyle/>
        <a:p>
          <a:endParaRPr lang="en-US"/>
        </a:p>
      </dgm:t>
    </dgm:pt>
    <dgm:pt modelId="{560C9977-487B-8A47-8F6E-41E2C8EE7D2F}" type="sibTrans" cxnId="{28420FD8-1CE9-DE45-B39D-C0166AAA4E9B}">
      <dgm:prSet/>
      <dgm:spPr/>
      <dgm:t>
        <a:bodyPr/>
        <a:lstStyle/>
        <a:p>
          <a:endParaRPr lang="en-US"/>
        </a:p>
      </dgm:t>
    </dgm:pt>
    <dgm:pt modelId="{AC64E67A-D0DA-4E42-9B85-38763B397F42}">
      <dgm:prSet/>
      <dgm:spPr/>
      <dgm:t>
        <a:bodyPr/>
        <a:lstStyle/>
        <a:p>
          <a:r>
            <a:rPr lang="ro-RO" noProof="0" dirty="0" err="1"/>
            <a:t>bitmap</a:t>
          </a:r>
          <a:endParaRPr lang="ro-RO" noProof="0" dirty="0"/>
        </a:p>
      </dgm:t>
    </dgm:pt>
    <dgm:pt modelId="{8B18FE46-FFD2-904F-B41A-7B08733E8574}" type="parTrans" cxnId="{317C410B-8EC5-C349-85FC-E0242F590FB3}">
      <dgm:prSet/>
      <dgm:spPr/>
      <dgm:t>
        <a:bodyPr/>
        <a:lstStyle/>
        <a:p>
          <a:endParaRPr lang="en-US"/>
        </a:p>
      </dgm:t>
    </dgm:pt>
    <dgm:pt modelId="{7752DD39-C1E1-534E-AA05-BD6819FF6394}" type="sibTrans" cxnId="{317C410B-8EC5-C349-85FC-E0242F590FB3}">
      <dgm:prSet/>
      <dgm:spPr/>
      <dgm:t>
        <a:bodyPr/>
        <a:lstStyle/>
        <a:p>
          <a:endParaRPr lang="en-US"/>
        </a:p>
      </dgm:t>
    </dgm:pt>
    <dgm:pt modelId="{FEF9F28E-2107-F745-9A2E-44D25F9B88F9}">
      <dgm:prSet/>
      <dgm:spPr/>
      <dgm:t>
        <a:bodyPr/>
        <a:lstStyle/>
        <a:p>
          <a:r>
            <a:rPr lang="ro-RO" noProof="0" dirty="0"/>
            <a:t>VFS</a:t>
          </a:r>
        </a:p>
      </dgm:t>
    </dgm:pt>
    <dgm:pt modelId="{687F8481-F67E-084F-87FB-86C06D0D3E9F}" type="parTrans" cxnId="{E0524CA0-62D7-AB4A-9D5B-563EAED76840}">
      <dgm:prSet/>
      <dgm:spPr/>
      <dgm:t>
        <a:bodyPr/>
        <a:lstStyle/>
        <a:p>
          <a:endParaRPr lang="en-US"/>
        </a:p>
      </dgm:t>
    </dgm:pt>
    <dgm:pt modelId="{750B4DF3-F7C0-AE4A-B32B-6D7F919704F6}" type="sibTrans" cxnId="{E0524CA0-62D7-AB4A-9D5B-563EAED76840}">
      <dgm:prSet/>
      <dgm:spPr/>
      <dgm:t>
        <a:bodyPr/>
        <a:lstStyle/>
        <a:p>
          <a:endParaRPr lang="en-US"/>
        </a:p>
      </dgm:t>
    </dgm:pt>
    <dgm:pt modelId="{7B95ABAD-C6F0-E549-8853-953E2523BE7C}">
      <dgm:prSet/>
      <dgm:spPr/>
      <dgm:t>
        <a:bodyPr/>
        <a:lstStyle/>
        <a:p>
          <a:r>
            <a:rPr lang="ro-RO" noProof="0" dirty="0" err="1"/>
            <a:t>dentry</a:t>
          </a:r>
          <a:endParaRPr lang="ro-RO" noProof="0" dirty="0"/>
        </a:p>
      </dgm:t>
    </dgm:pt>
    <dgm:pt modelId="{3482986D-450D-294B-8F86-819679A6B2FD}" type="parTrans" cxnId="{6119949F-DA1E-E946-93D5-8414BFB3ED11}">
      <dgm:prSet/>
      <dgm:spPr/>
      <dgm:t>
        <a:bodyPr/>
        <a:lstStyle/>
        <a:p>
          <a:endParaRPr lang="en-US"/>
        </a:p>
      </dgm:t>
    </dgm:pt>
    <dgm:pt modelId="{0378B80A-ADBD-3B49-81E9-EC2AAB746076}" type="sibTrans" cxnId="{6119949F-DA1E-E946-93D5-8414BFB3ED11}">
      <dgm:prSet/>
      <dgm:spPr/>
      <dgm:t>
        <a:bodyPr/>
        <a:lstStyle/>
        <a:p>
          <a:endParaRPr lang="en-US"/>
        </a:p>
      </dgm:t>
    </dgm:pt>
    <dgm:pt modelId="{1510D946-B765-8B4A-ACEE-46416CFB93E6}">
      <dgm:prSet/>
      <dgm:spPr/>
      <dgm:t>
        <a:bodyPr/>
        <a:lstStyle/>
        <a:p>
          <a:r>
            <a:rPr lang="ro-RO" noProof="0" dirty="0" err="1"/>
            <a:t>superbloc</a:t>
          </a:r>
          <a:endParaRPr lang="ro-RO" noProof="0" dirty="0"/>
        </a:p>
      </dgm:t>
    </dgm:pt>
    <dgm:pt modelId="{20712C05-FE8B-9147-95D4-38B29A08A705}" type="parTrans" cxnId="{003C6829-8C0E-D840-B629-A08EEBDF97A0}">
      <dgm:prSet/>
      <dgm:spPr/>
      <dgm:t>
        <a:bodyPr/>
        <a:lstStyle/>
        <a:p>
          <a:endParaRPr lang="en-US"/>
        </a:p>
      </dgm:t>
    </dgm:pt>
    <dgm:pt modelId="{6B5A9CB2-1171-2F44-866A-1A58FF4F8F06}" type="sibTrans" cxnId="{003C6829-8C0E-D840-B629-A08EEBDF97A0}">
      <dgm:prSet/>
      <dgm:spPr/>
      <dgm:t>
        <a:bodyPr/>
        <a:lstStyle/>
        <a:p>
          <a:endParaRPr lang="en-US"/>
        </a:p>
      </dgm:t>
    </dgm:pt>
    <dgm:pt modelId="{7914869E-08D9-EC43-BAC6-7F2A97ABC424}" type="pres">
      <dgm:prSet presAssocID="{015246D8-2D8B-D443-92D2-B83CF568DE4F}" presName="compositeShape" presStyleCnt="0">
        <dgm:presLayoutVars>
          <dgm:chMax val="2"/>
          <dgm:dir/>
          <dgm:resizeHandles val="exact"/>
        </dgm:presLayoutVars>
      </dgm:prSet>
      <dgm:spPr/>
    </dgm:pt>
    <dgm:pt modelId="{62D548D3-6C9A-BC44-9F7C-BE00ACE64467}" type="pres">
      <dgm:prSet presAssocID="{015246D8-2D8B-D443-92D2-B83CF568DE4F}" presName="divider" presStyleLbl="fgShp" presStyleIdx="0" presStyleCnt="1"/>
      <dgm:spPr/>
    </dgm:pt>
    <dgm:pt modelId="{7136A28F-CE50-BE47-807F-69057D82E074}" type="pres">
      <dgm:prSet presAssocID="{BE14688B-A5DE-294E-9E7E-8E770DA9A45D}" presName="downArrow" presStyleLbl="node1" presStyleIdx="0" presStyleCnt="2"/>
      <dgm:spPr/>
    </dgm:pt>
    <dgm:pt modelId="{91699EAC-A5FE-DD4D-8D24-D927BE8BF3A1}" type="pres">
      <dgm:prSet presAssocID="{BE14688B-A5DE-294E-9E7E-8E770DA9A45D}" presName="downArrowText" presStyleLbl="revTx" presStyleIdx="0" presStyleCnt="2">
        <dgm:presLayoutVars>
          <dgm:bulletEnabled val="1"/>
        </dgm:presLayoutVars>
      </dgm:prSet>
      <dgm:spPr/>
    </dgm:pt>
    <dgm:pt modelId="{08FBE49A-FB9A-C844-B038-69CD9ED7F8FA}" type="pres">
      <dgm:prSet presAssocID="{8DBD4B60-D93B-FE48-9F42-23075E7E028A}" presName="upArrow" presStyleLbl="node1" presStyleIdx="1" presStyleCnt="2"/>
      <dgm:spPr/>
    </dgm:pt>
    <dgm:pt modelId="{30021579-BC2B-C04D-9A52-406688139AF7}" type="pres">
      <dgm:prSet presAssocID="{8DBD4B60-D93B-FE48-9F42-23075E7E028A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317C410B-8EC5-C349-85FC-E0242F590FB3}" srcId="{8DBD4B60-D93B-FE48-9F42-23075E7E028A}" destId="{AC64E67A-D0DA-4E42-9B85-38763B397F42}" srcOrd="5" destOrd="0" parTransId="{8B18FE46-FFD2-904F-B41A-7B08733E8574}" sibTransId="{7752DD39-C1E1-534E-AA05-BD6819FF6394}"/>
    <dgm:cxn modelId="{94DE540B-7F11-AB4C-B735-5FC1A2E6779E}" type="presOf" srcId="{612609D1-401B-2043-A6BD-5C6C129E239B}" destId="{91699EAC-A5FE-DD4D-8D24-D927BE8BF3A1}" srcOrd="0" destOrd="3" presId="urn:microsoft.com/office/officeart/2005/8/layout/arrow3"/>
    <dgm:cxn modelId="{94A41B10-77DD-0348-B5B8-A06E9A1AB8BF}" srcId="{BE14688B-A5DE-294E-9E7E-8E770DA9A45D}" destId="{A6CA1AFC-D491-A246-883D-68B97E111417}" srcOrd="1" destOrd="0" parTransId="{685B5B1A-C463-BD40-A602-7AEC29B2343B}" sibTransId="{86A655AA-54A1-B644-B7DC-109A37193C1E}"/>
    <dgm:cxn modelId="{87A89B1B-3BB5-FD46-9FB8-0640416C0543}" type="presOf" srcId="{8DBD4B60-D93B-FE48-9F42-23075E7E028A}" destId="{30021579-BC2B-C04D-9A52-406688139AF7}" srcOrd="0" destOrd="0" presId="urn:microsoft.com/office/officeart/2005/8/layout/arrow3"/>
    <dgm:cxn modelId="{7EAE7225-7F90-EB4B-A676-A2F2200DAC3E}" srcId="{BE14688B-A5DE-294E-9E7E-8E770DA9A45D}" destId="{0FEA8A6A-375D-5447-973E-8485298EA1AC}" srcOrd="4" destOrd="0" parTransId="{CFF23250-AA4E-0245-9860-8F3B2E5AC574}" sibTransId="{E1885A37-0121-5A4F-B4AB-F3098D012E45}"/>
    <dgm:cxn modelId="{D3DF1D27-EC64-E44C-97C7-DB70B08D0FBB}" type="presOf" srcId="{C8701570-AFAE-FA49-9CEF-9D341A3601E9}" destId="{30021579-BC2B-C04D-9A52-406688139AF7}" srcOrd="0" destOrd="3" presId="urn:microsoft.com/office/officeart/2005/8/layout/arrow3"/>
    <dgm:cxn modelId="{A2368328-7CA6-204D-BCB6-FFE8EBDEC7B2}" type="presOf" srcId="{7B95ABAD-C6F0-E549-8853-953E2523BE7C}" destId="{30021579-BC2B-C04D-9A52-406688139AF7}" srcOrd="0" destOrd="4" presId="urn:microsoft.com/office/officeart/2005/8/layout/arrow3"/>
    <dgm:cxn modelId="{003C6829-8C0E-D840-B629-A08EEBDF97A0}" srcId="{8DBD4B60-D93B-FE48-9F42-23075E7E028A}" destId="{1510D946-B765-8B4A-ACEE-46416CFB93E6}" srcOrd="1" destOrd="0" parTransId="{20712C05-FE8B-9147-95D4-38B29A08A705}" sibTransId="{6B5A9CB2-1171-2F44-866A-1A58FF4F8F06}"/>
    <dgm:cxn modelId="{3C1BF229-1D7D-D14C-9A5D-D01D4B8216B7}" srcId="{BE14688B-A5DE-294E-9E7E-8E770DA9A45D}" destId="{FE406418-08F0-4242-9DA4-3E824B689B85}" srcOrd="3" destOrd="0" parTransId="{E09250F7-D177-C240-AF76-479A51309C67}" sibTransId="{DFD89F09-CC1E-974C-A632-8940F42E94D6}"/>
    <dgm:cxn modelId="{C8AB1842-AA40-C640-9836-7E5AF5CA5ED3}" srcId="{BE14688B-A5DE-294E-9E7E-8E770DA9A45D}" destId="{FA836470-E160-0D4B-B94B-C84347DF8DA6}" srcOrd="0" destOrd="0" parTransId="{EDD5A9DE-7D77-BD42-A8A9-0715FB0886DA}" sibTransId="{432A5655-A179-2F4C-9113-C55067846198}"/>
    <dgm:cxn modelId="{5CCC6D47-0BAA-F04F-9757-DEEB24417A51}" type="presOf" srcId="{015246D8-2D8B-D443-92D2-B83CF568DE4F}" destId="{7914869E-08D9-EC43-BAC6-7F2A97ABC424}" srcOrd="0" destOrd="0" presId="urn:microsoft.com/office/officeart/2005/8/layout/arrow3"/>
    <dgm:cxn modelId="{0A7B9B50-93CF-984A-9161-C7A4B799A29E}" srcId="{BE14688B-A5DE-294E-9E7E-8E770DA9A45D}" destId="{612609D1-401B-2043-A6BD-5C6C129E239B}" srcOrd="2" destOrd="0" parTransId="{1CCA6A56-9922-444F-8B0A-BC669BDA58A4}" sibTransId="{3C245CB9-2014-1249-B7F9-B3C1EC0FF7E3}"/>
    <dgm:cxn modelId="{4E6EC854-9C09-084A-AB2F-EB61A0C098E5}" type="presOf" srcId="{BE14688B-A5DE-294E-9E7E-8E770DA9A45D}" destId="{91699EAC-A5FE-DD4D-8D24-D927BE8BF3A1}" srcOrd="0" destOrd="0" presId="urn:microsoft.com/office/officeart/2005/8/layout/arrow3"/>
    <dgm:cxn modelId="{DB6C9857-55B2-9141-AC63-66A3F6DE4E4B}" type="presOf" srcId="{E10D0554-C095-9F47-AC0E-A4BF2AFF2472}" destId="{30021579-BC2B-C04D-9A52-406688139AF7}" srcOrd="0" destOrd="1" presId="urn:microsoft.com/office/officeart/2005/8/layout/arrow3"/>
    <dgm:cxn modelId="{0141178E-0C9A-3F4A-9EC2-791968455966}" type="presOf" srcId="{FA836470-E160-0D4B-B94B-C84347DF8DA6}" destId="{91699EAC-A5FE-DD4D-8D24-D927BE8BF3A1}" srcOrd="0" destOrd="1" presId="urn:microsoft.com/office/officeart/2005/8/layout/arrow3"/>
    <dgm:cxn modelId="{422C1A98-2498-5B4B-B77D-6D4640EE4D07}" srcId="{8DBD4B60-D93B-FE48-9F42-23075E7E028A}" destId="{C8701570-AFAE-FA49-9CEF-9D341A3601E9}" srcOrd="2" destOrd="0" parTransId="{EFFA420C-9852-B944-89F0-B7D229D23480}" sibTransId="{9499152A-5BB5-E246-91BA-5FF4FF8F9C31}"/>
    <dgm:cxn modelId="{6119949F-DA1E-E946-93D5-8414BFB3ED11}" srcId="{8DBD4B60-D93B-FE48-9F42-23075E7E028A}" destId="{7B95ABAD-C6F0-E549-8853-953E2523BE7C}" srcOrd="3" destOrd="0" parTransId="{3482986D-450D-294B-8F86-819679A6B2FD}" sibTransId="{0378B80A-ADBD-3B49-81E9-EC2AAB746076}"/>
    <dgm:cxn modelId="{E0524CA0-62D7-AB4A-9D5B-563EAED76840}" srcId="{8DBD4B60-D93B-FE48-9F42-23075E7E028A}" destId="{FEF9F28E-2107-F745-9A2E-44D25F9B88F9}" srcOrd="6" destOrd="0" parTransId="{687F8481-F67E-084F-87FB-86C06D0D3E9F}" sibTransId="{750B4DF3-F7C0-AE4A-B32B-6D7F919704F6}"/>
    <dgm:cxn modelId="{6E06C4A3-B106-564F-B80D-785FA57C9B7E}" type="presOf" srcId="{0FEA8A6A-375D-5447-973E-8485298EA1AC}" destId="{91699EAC-A5FE-DD4D-8D24-D927BE8BF3A1}" srcOrd="0" destOrd="5" presId="urn:microsoft.com/office/officeart/2005/8/layout/arrow3"/>
    <dgm:cxn modelId="{643340AC-7D81-2541-A784-AF2585C0F972}" type="presOf" srcId="{FEF9F28E-2107-F745-9A2E-44D25F9B88F9}" destId="{30021579-BC2B-C04D-9A52-406688139AF7}" srcOrd="0" destOrd="7" presId="urn:microsoft.com/office/officeart/2005/8/layout/arrow3"/>
    <dgm:cxn modelId="{07CA11AF-762C-F943-AC6C-846DBB8EF6C5}" type="presOf" srcId="{A6CA1AFC-D491-A246-883D-68B97E111417}" destId="{91699EAC-A5FE-DD4D-8D24-D927BE8BF3A1}" srcOrd="0" destOrd="2" presId="urn:microsoft.com/office/officeart/2005/8/layout/arrow3"/>
    <dgm:cxn modelId="{93ED61BA-3E1D-E840-A3FB-35BF5B3ABA46}" srcId="{8DBD4B60-D93B-FE48-9F42-23075E7E028A}" destId="{E10D0554-C095-9F47-AC0E-A4BF2AFF2472}" srcOrd="0" destOrd="0" parTransId="{115752DA-7E6A-7446-ABCF-303E83219110}" sibTransId="{61294D39-6DEC-DB44-8A13-9FB072F60F2A}"/>
    <dgm:cxn modelId="{30A8B0CA-F934-FF4C-AD7F-86029E04948A}" type="presOf" srcId="{1510D946-B765-8B4A-ACEE-46416CFB93E6}" destId="{30021579-BC2B-C04D-9A52-406688139AF7}" srcOrd="0" destOrd="2" presId="urn:microsoft.com/office/officeart/2005/8/layout/arrow3"/>
    <dgm:cxn modelId="{28420FD8-1CE9-DE45-B39D-C0166AAA4E9B}" srcId="{8DBD4B60-D93B-FE48-9F42-23075E7E028A}" destId="{6CE30A0F-08B1-B94F-B559-CEE713D7627C}" srcOrd="4" destOrd="0" parTransId="{9DC85719-71E5-DF4E-BAB1-D09782B5A04C}" sibTransId="{560C9977-487B-8A47-8F6E-41E2C8EE7D2F}"/>
    <dgm:cxn modelId="{508E4FD8-4014-A443-82D7-092B4C9B0DC1}" type="presOf" srcId="{AC64E67A-D0DA-4E42-9B85-38763B397F42}" destId="{30021579-BC2B-C04D-9A52-406688139AF7}" srcOrd="0" destOrd="6" presId="urn:microsoft.com/office/officeart/2005/8/layout/arrow3"/>
    <dgm:cxn modelId="{2EC1CBDE-716C-AE46-B7C1-A7B62BC16C07}" srcId="{015246D8-2D8B-D443-92D2-B83CF568DE4F}" destId="{8DBD4B60-D93B-FE48-9F42-23075E7E028A}" srcOrd="1" destOrd="0" parTransId="{6B1AE460-15D5-4140-A6AD-283E4F9FC2FF}" sibTransId="{705F7078-3424-4F44-BD15-E21D9103FDB6}"/>
    <dgm:cxn modelId="{E6867EE6-5D87-E545-9283-4FD61ED76AEC}" type="presOf" srcId="{6CE30A0F-08B1-B94F-B559-CEE713D7627C}" destId="{30021579-BC2B-C04D-9A52-406688139AF7}" srcOrd="0" destOrd="5" presId="urn:microsoft.com/office/officeart/2005/8/layout/arrow3"/>
    <dgm:cxn modelId="{A957BFEE-0E1C-0D48-9B29-C99296E3A3AE}" srcId="{015246D8-2D8B-D443-92D2-B83CF568DE4F}" destId="{BE14688B-A5DE-294E-9E7E-8E770DA9A45D}" srcOrd="0" destOrd="0" parTransId="{FD1E6E9F-40C1-954D-B8D0-F795848093A5}" sibTransId="{55AD4C2E-0AE9-A047-B281-663FF20F7907}"/>
    <dgm:cxn modelId="{C4655BF6-03E8-9449-9E35-6372E324289B}" type="presOf" srcId="{FE406418-08F0-4242-9DA4-3E824B689B85}" destId="{91699EAC-A5FE-DD4D-8D24-D927BE8BF3A1}" srcOrd="0" destOrd="4" presId="urn:microsoft.com/office/officeart/2005/8/layout/arrow3"/>
    <dgm:cxn modelId="{5402AFEB-79B2-744C-BEE0-7417FD614101}" type="presParOf" srcId="{7914869E-08D9-EC43-BAC6-7F2A97ABC424}" destId="{62D548D3-6C9A-BC44-9F7C-BE00ACE64467}" srcOrd="0" destOrd="0" presId="urn:microsoft.com/office/officeart/2005/8/layout/arrow3"/>
    <dgm:cxn modelId="{77656B23-ABDD-9C42-B76C-29CA5FFAEE50}" type="presParOf" srcId="{7914869E-08D9-EC43-BAC6-7F2A97ABC424}" destId="{7136A28F-CE50-BE47-807F-69057D82E074}" srcOrd="1" destOrd="0" presId="urn:microsoft.com/office/officeart/2005/8/layout/arrow3"/>
    <dgm:cxn modelId="{1942D801-7E4F-2B4E-86FA-416D44D9E3C8}" type="presParOf" srcId="{7914869E-08D9-EC43-BAC6-7F2A97ABC424}" destId="{91699EAC-A5FE-DD4D-8D24-D927BE8BF3A1}" srcOrd="2" destOrd="0" presId="urn:microsoft.com/office/officeart/2005/8/layout/arrow3"/>
    <dgm:cxn modelId="{D68388B7-390A-D743-94CB-3547B8D4A954}" type="presParOf" srcId="{7914869E-08D9-EC43-BAC6-7F2A97ABC424}" destId="{08FBE49A-FB9A-C844-B038-69CD9ED7F8FA}" srcOrd="3" destOrd="0" presId="urn:microsoft.com/office/officeart/2005/8/layout/arrow3"/>
    <dgm:cxn modelId="{3D52BF97-77F4-754B-8546-4DB144B841A1}" type="presParOf" srcId="{7914869E-08D9-EC43-BAC6-7F2A97ABC424}" destId="{30021579-BC2B-C04D-9A52-406688139AF7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548D3-6C9A-BC44-9F7C-BE00ACE64467}">
      <dsp:nvSpPr>
        <dsp:cNvPr id="0" name=""/>
        <dsp:cNvSpPr/>
      </dsp:nvSpPr>
      <dsp:spPr>
        <a:xfrm rot="21300000">
          <a:off x="25254" y="1794666"/>
          <a:ext cx="8179091" cy="936629"/>
        </a:xfrm>
        <a:prstGeom prst="mathMinus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6A28F-CE50-BE47-807F-69057D82E074}">
      <dsp:nvSpPr>
        <dsp:cNvPr id="0" name=""/>
        <dsp:cNvSpPr/>
      </dsp:nvSpPr>
      <dsp:spPr>
        <a:xfrm>
          <a:off x="987552" y="226298"/>
          <a:ext cx="2468880" cy="1810385"/>
        </a:xfrm>
        <a:prstGeom prst="downArrow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99EAC-A5FE-DD4D-8D24-D927BE8BF3A1}">
      <dsp:nvSpPr>
        <dsp:cNvPr id="0" name=""/>
        <dsp:cNvSpPr/>
      </dsp:nvSpPr>
      <dsp:spPr>
        <a:xfrm>
          <a:off x="4361687" y="0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noProof="0" dirty="0"/>
            <a:t>Aplicații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200" kern="1200" noProof="0" dirty="0"/>
            <a:t>Directoare și fișiere</a:t>
          </a:r>
        </a:p>
      </dsp:txBody>
      <dsp:txXfrm>
        <a:off x="4361687" y="0"/>
        <a:ext cx="2633472" cy="1900904"/>
      </dsp:txXfrm>
    </dsp:sp>
    <dsp:sp modelId="{2997D7DF-71DD-E54E-8E9E-5E116D47A05E}">
      <dsp:nvSpPr>
        <dsp:cNvPr id="0" name=""/>
        <dsp:cNvSpPr/>
      </dsp:nvSpPr>
      <dsp:spPr>
        <a:xfrm>
          <a:off x="4773168" y="2489279"/>
          <a:ext cx="2468880" cy="1810385"/>
        </a:xfrm>
        <a:prstGeom prst="upArrow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DEE72-621B-D943-9B09-F76E2FF44BAC}">
      <dsp:nvSpPr>
        <dsp:cNvPr id="0" name=""/>
        <dsp:cNvSpPr/>
      </dsp:nvSpPr>
      <dsp:spPr>
        <a:xfrm>
          <a:off x="1234440" y="2625058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noProof="0" dirty="0"/>
            <a:t>Sistemul de operare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200" kern="1200" noProof="0" dirty="0"/>
            <a:t>Structuri de date</a:t>
          </a:r>
        </a:p>
      </dsp:txBody>
      <dsp:txXfrm>
        <a:off x="1234440" y="2625058"/>
        <a:ext cx="2633472" cy="19009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F4B63-8C7F-D14A-A156-DE7C7B332318}">
      <dsp:nvSpPr>
        <dsp:cNvPr id="0" name=""/>
        <dsp:cNvSpPr/>
      </dsp:nvSpPr>
      <dsp:spPr>
        <a:xfrm rot="5400000">
          <a:off x="1786216" y="665312"/>
          <a:ext cx="572684" cy="6519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4B412-2A19-404E-A6A2-FF356C92E8E8}">
      <dsp:nvSpPr>
        <dsp:cNvPr id="0" name=""/>
        <dsp:cNvSpPr/>
      </dsp:nvSpPr>
      <dsp:spPr>
        <a:xfrm>
          <a:off x="1634489" y="30479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Utilizator</a:t>
          </a:r>
        </a:p>
      </dsp:txBody>
      <dsp:txXfrm>
        <a:off x="1667437" y="63427"/>
        <a:ext cx="898167" cy="608917"/>
      </dsp:txXfrm>
    </dsp:sp>
    <dsp:sp modelId="{B76A1770-D827-D040-A129-708662936395}">
      <dsp:nvSpPr>
        <dsp:cNvPr id="0" name=""/>
        <dsp:cNvSpPr/>
      </dsp:nvSpPr>
      <dsp:spPr>
        <a:xfrm>
          <a:off x="2598553" y="94838"/>
          <a:ext cx="701168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C800D-5715-3A40-843A-C0E24353C7AD}">
      <dsp:nvSpPr>
        <dsp:cNvPr id="0" name=""/>
        <dsp:cNvSpPr/>
      </dsp:nvSpPr>
      <dsp:spPr>
        <a:xfrm rot="5400000">
          <a:off x="2585527" y="1423350"/>
          <a:ext cx="572684" cy="6519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1264259"/>
            <a:satOff val="-1735"/>
            <a:lumOff val="27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9F445-CC15-EF48-AE5A-39AEE2AC69A9}">
      <dsp:nvSpPr>
        <dsp:cNvPr id="0" name=""/>
        <dsp:cNvSpPr/>
      </dsp:nvSpPr>
      <dsp:spPr>
        <a:xfrm>
          <a:off x="2433801" y="788517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Aplicație</a:t>
          </a:r>
        </a:p>
      </dsp:txBody>
      <dsp:txXfrm>
        <a:off x="2466749" y="821465"/>
        <a:ext cx="898167" cy="608917"/>
      </dsp:txXfrm>
    </dsp:sp>
    <dsp:sp modelId="{4E7BCCBB-70E5-5B4B-989C-91524D471ED5}">
      <dsp:nvSpPr>
        <dsp:cNvPr id="0" name=""/>
        <dsp:cNvSpPr/>
      </dsp:nvSpPr>
      <dsp:spPr>
        <a:xfrm>
          <a:off x="3397864" y="852876"/>
          <a:ext cx="701168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F73B5C-CE18-FE44-ACC3-5ECFE847D1F6}">
      <dsp:nvSpPr>
        <dsp:cNvPr id="0" name=""/>
        <dsp:cNvSpPr/>
      </dsp:nvSpPr>
      <dsp:spPr>
        <a:xfrm rot="5400000">
          <a:off x="3384839" y="2181388"/>
          <a:ext cx="572684" cy="6519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2528518"/>
            <a:satOff val="-3470"/>
            <a:lumOff val="5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91D35-D8BE-EC49-B13C-AF46DF8FBEA9}">
      <dsp:nvSpPr>
        <dsp:cNvPr id="0" name=""/>
        <dsp:cNvSpPr/>
      </dsp:nvSpPr>
      <dsp:spPr>
        <a:xfrm>
          <a:off x="3233112" y="1546555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Meta-Informații</a:t>
          </a:r>
        </a:p>
      </dsp:txBody>
      <dsp:txXfrm>
        <a:off x="3266060" y="1579503"/>
        <a:ext cx="898167" cy="608917"/>
      </dsp:txXfrm>
    </dsp:sp>
    <dsp:sp modelId="{D7EE6796-C3A8-D347-86C1-EF279D01F02D}">
      <dsp:nvSpPr>
        <dsp:cNvPr id="0" name=""/>
        <dsp:cNvSpPr/>
      </dsp:nvSpPr>
      <dsp:spPr>
        <a:xfrm>
          <a:off x="4197176" y="1610914"/>
          <a:ext cx="701168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B4659E-DD49-5142-94E9-792B79C59AA0}">
      <dsp:nvSpPr>
        <dsp:cNvPr id="0" name=""/>
        <dsp:cNvSpPr/>
      </dsp:nvSpPr>
      <dsp:spPr>
        <a:xfrm rot="5400000">
          <a:off x="4184150" y="2939426"/>
          <a:ext cx="572684" cy="6519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3792777"/>
            <a:satOff val="-5206"/>
            <a:lumOff val="83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2AA6B-5B56-8246-9A87-931656272AA7}">
      <dsp:nvSpPr>
        <dsp:cNvPr id="0" name=""/>
        <dsp:cNvSpPr/>
      </dsp:nvSpPr>
      <dsp:spPr>
        <a:xfrm>
          <a:off x="4032423" y="2304593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Sistemul de fișiere</a:t>
          </a:r>
        </a:p>
      </dsp:txBody>
      <dsp:txXfrm>
        <a:off x="4065371" y="2337541"/>
        <a:ext cx="898167" cy="608917"/>
      </dsp:txXfrm>
    </dsp:sp>
    <dsp:sp modelId="{D6B0DD18-8DE2-7D41-B625-499DB1F4FC1A}">
      <dsp:nvSpPr>
        <dsp:cNvPr id="0" name=""/>
        <dsp:cNvSpPr/>
      </dsp:nvSpPr>
      <dsp:spPr>
        <a:xfrm>
          <a:off x="4996487" y="2368952"/>
          <a:ext cx="701168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5B09E-092F-7544-A1F3-E77E74167EFE}">
      <dsp:nvSpPr>
        <dsp:cNvPr id="0" name=""/>
        <dsp:cNvSpPr/>
      </dsp:nvSpPr>
      <dsp:spPr>
        <a:xfrm rot="5400000">
          <a:off x="4983461" y="3697464"/>
          <a:ext cx="572684" cy="6519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5057036"/>
            <a:satOff val="-6941"/>
            <a:lumOff val="1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CA807-8ACC-804A-B003-EFC086F89EFF}">
      <dsp:nvSpPr>
        <dsp:cNvPr id="0" name=""/>
        <dsp:cNvSpPr/>
      </dsp:nvSpPr>
      <dsp:spPr>
        <a:xfrm>
          <a:off x="4831735" y="3062631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Driver</a:t>
          </a:r>
        </a:p>
      </dsp:txBody>
      <dsp:txXfrm>
        <a:off x="4864683" y="3095579"/>
        <a:ext cx="898167" cy="608917"/>
      </dsp:txXfrm>
    </dsp:sp>
    <dsp:sp modelId="{6195086A-8FBB-6243-90F5-ABFD39E91B9C}">
      <dsp:nvSpPr>
        <dsp:cNvPr id="0" name=""/>
        <dsp:cNvSpPr/>
      </dsp:nvSpPr>
      <dsp:spPr>
        <a:xfrm>
          <a:off x="5795798" y="3126990"/>
          <a:ext cx="701168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F03C18-58A4-5B46-A364-15C1BF8992EE}">
      <dsp:nvSpPr>
        <dsp:cNvPr id="0" name=""/>
        <dsp:cNvSpPr/>
      </dsp:nvSpPr>
      <dsp:spPr>
        <a:xfrm>
          <a:off x="5631046" y="3820669"/>
          <a:ext cx="964063" cy="674813"/>
        </a:xfrm>
        <a:prstGeom prst="roundRect">
          <a:avLst>
            <a:gd name="adj" fmla="val 1667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noProof="0" dirty="0"/>
            <a:t>Disc</a:t>
          </a:r>
        </a:p>
      </dsp:txBody>
      <dsp:txXfrm>
        <a:off x="5663994" y="3853617"/>
        <a:ext cx="898167" cy="6089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548D3-6C9A-BC44-9F7C-BE00ACE64467}">
      <dsp:nvSpPr>
        <dsp:cNvPr id="0" name=""/>
        <dsp:cNvSpPr/>
      </dsp:nvSpPr>
      <dsp:spPr>
        <a:xfrm rot="21300000">
          <a:off x="25254" y="1794666"/>
          <a:ext cx="8179091" cy="936629"/>
        </a:xfrm>
        <a:prstGeom prst="mathMinus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6A28F-CE50-BE47-807F-69057D82E074}">
      <dsp:nvSpPr>
        <dsp:cNvPr id="0" name=""/>
        <dsp:cNvSpPr/>
      </dsp:nvSpPr>
      <dsp:spPr>
        <a:xfrm>
          <a:off x="987552" y="226298"/>
          <a:ext cx="2468880" cy="1810385"/>
        </a:xfrm>
        <a:prstGeom prst="downArrow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99EAC-A5FE-DD4D-8D24-D927BE8BF3A1}">
      <dsp:nvSpPr>
        <dsp:cNvPr id="0" name=""/>
        <dsp:cNvSpPr/>
      </dsp:nvSpPr>
      <dsp:spPr>
        <a:xfrm>
          <a:off x="4361687" y="0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noProof="0" dirty="0"/>
            <a:t>Aplicații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Nume de fișier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Atribute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Descriptor de fișier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Fișier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Cursor</a:t>
          </a:r>
        </a:p>
      </dsp:txBody>
      <dsp:txXfrm>
        <a:off x="4361687" y="0"/>
        <a:ext cx="2633472" cy="1900904"/>
      </dsp:txXfrm>
    </dsp:sp>
    <dsp:sp modelId="{08FBE49A-FB9A-C844-B038-69CD9ED7F8FA}">
      <dsp:nvSpPr>
        <dsp:cNvPr id="0" name=""/>
        <dsp:cNvSpPr/>
      </dsp:nvSpPr>
      <dsp:spPr>
        <a:xfrm>
          <a:off x="4773168" y="2489279"/>
          <a:ext cx="2468880" cy="1810385"/>
        </a:xfrm>
        <a:prstGeom prst="upArrow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21579-BC2B-C04D-9A52-406688139AF7}">
      <dsp:nvSpPr>
        <dsp:cNvPr id="0" name=""/>
        <dsp:cNvSpPr/>
      </dsp:nvSpPr>
      <dsp:spPr>
        <a:xfrm>
          <a:off x="1234440" y="2625058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noProof="0" dirty="0"/>
            <a:t>Sistemul de operare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bloc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 err="1"/>
            <a:t>superbloc</a:t>
          </a:r>
          <a:endParaRPr lang="ro-RO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 err="1"/>
            <a:t>inode</a:t>
          </a:r>
          <a:endParaRPr lang="ro-RO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 err="1"/>
            <a:t>dentry</a:t>
          </a:r>
          <a:endParaRPr lang="ro-RO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alocare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 err="1"/>
            <a:t>bitmap</a:t>
          </a:r>
          <a:endParaRPr lang="ro-RO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noProof="0" dirty="0"/>
            <a:t>VFS</a:t>
          </a:r>
        </a:p>
      </dsp:txBody>
      <dsp:txXfrm>
        <a:off x="1234440" y="2625058"/>
        <a:ext cx="2633472" cy="1900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2/23/20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2/23/20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lf.cs.pub.ro/so2/wiki/laboratoare/lab09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elf.cs.pub.ro/so2/wiki/laboratoare/lab09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lf.cs.pub.ro/so2/wiki/laboratoare/lab09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Wrapper_function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0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00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16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350447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2801155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i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i35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tranzactionale vs. sisteme non-tranzactionale (trade-off consistenta vs. viteza)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distribuite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de retea (NFS)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ce tip de SF se foloseste pt. swap si de ce?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845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676403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i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i12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70713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i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i253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ce alte tehnici in afara de buffering se mai folosesc pentru optimizarea vitezei? (ex: read-ahead)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49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i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i30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[8] - inode - </a:t>
            </a: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http://elf.cs.pub.ro/so2/wiki/laboratoare/lab09</a:t>
            </a:r>
            <a:endParaRPr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462942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i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i30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[8] - inode - </a:t>
            </a: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http://elf.cs.pub.ro/so2/wiki/laboratoare/lab09</a:t>
            </a:r>
            <a:endParaRPr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859479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i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i30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[8] - inode - </a:t>
            </a: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http://elf.cs.pub.ro/so2/wiki/laboratoare/lab09</a:t>
            </a:r>
            <a:endParaRPr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835787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i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i433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324327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i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i54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2787076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i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i57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[9] - Wrapper functions - </a:t>
            </a: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http://en.wikipedia.org/wiki/Wrapper_function</a:t>
            </a:r>
            <a:endParaRPr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523384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i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i59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3558650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4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23.02.2020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23.02.2020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23.02.2020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23.02.2020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23.02.2020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23.02.2020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23.02.2020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23.02.2020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23.02.2020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23.02.2020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23.02.2020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23.02.2020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8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br>
              <a:rPr lang="ro-RO" b="1"/>
            </a:b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/>
              <a:t>Sisteme de fișiere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B8AB995B-37D7-ED41-8F5B-7ECF920F81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25929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Conținut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Partiție</a:t>
            </a:r>
          </a:p>
          <a:p>
            <a:r>
              <a:rPr lang="ro-RO"/>
              <a:t>Fișier</a:t>
            </a:r>
          </a:p>
          <a:p>
            <a:r>
              <a:rPr lang="ro-RO"/>
              <a:t>Director</a:t>
            </a:r>
          </a:p>
          <a:p>
            <a:r>
              <a:rPr lang="ro-RO"/>
              <a:t>Fișiere speciale</a:t>
            </a:r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7413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Bibliografie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Modern Operating </a:t>
            </a:r>
            <a:r>
              <a:rPr lang="fr-FR" dirty="0" err="1"/>
              <a:t>Systems</a:t>
            </a:r>
            <a:endParaRPr lang="fr-FR" dirty="0"/>
          </a:p>
          <a:p>
            <a:pPr lvl="1"/>
            <a:r>
              <a:rPr lang="fr-FR" dirty="0" err="1"/>
              <a:t>Capitolul</a:t>
            </a:r>
            <a:r>
              <a:rPr lang="fr-FR" dirty="0"/>
              <a:t> 6</a:t>
            </a:r>
          </a:p>
          <a:p>
            <a:pPr lvl="2"/>
            <a:r>
              <a:rPr lang="fr-FR" dirty="0"/>
              <a:t>6.1</a:t>
            </a:r>
          </a:p>
          <a:p>
            <a:pPr lvl="2"/>
            <a:r>
              <a:rPr lang="fr-FR" dirty="0"/>
              <a:t>6.2</a:t>
            </a:r>
          </a:p>
          <a:p>
            <a:r>
              <a:rPr lang="fr-FR" dirty="0"/>
              <a:t>Operating </a:t>
            </a:r>
            <a:r>
              <a:rPr lang="fr-FR" dirty="0" err="1"/>
              <a:t>Systems</a:t>
            </a:r>
            <a:r>
              <a:rPr lang="fr-FR" dirty="0"/>
              <a:t> Concepts</a:t>
            </a:r>
          </a:p>
          <a:p>
            <a:pPr lvl="1"/>
            <a:r>
              <a:rPr lang="fr-FR" dirty="0" err="1"/>
              <a:t>Capitolul</a:t>
            </a:r>
            <a:r>
              <a:rPr lang="fr-FR" dirty="0"/>
              <a:t> 11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2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67B6-4B3D-424B-8FB2-5BBFF0C7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970A-44A5-7140-B7B0-D880D5D217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/>
              <a:t>Listă de bytes</a:t>
            </a:r>
          </a:p>
          <a:p>
            <a:pPr marL="0" indent="0">
              <a:buNone/>
            </a:pPr>
            <a:endParaRPr lang="ro-RO"/>
          </a:p>
          <a:p>
            <a:r>
              <a:rPr lang="ro-RO"/>
              <a:t>Dimensiune mică</a:t>
            </a:r>
          </a:p>
          <a:p>
            <a:endParaRPr lang="ro-RO"/>
          </a:p>
          <a:p>
            <a:r>
              <a:rPr lang="ro-RO"/>
              <a:t>Volatilă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423E9-EA18-DB44-B2CC-B110D327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  <p:pic>
        <p:nvPicPr>
          <p:cNvPr id="6" name="Content Placeholder 13">
            <a:extLst>
              <a:ext uri="{FF2B5EF4-FFF2-40B4-BE49-F238E27FC236}">
                <a16:creationId xmlns:a16="http://schemas.microsoft.com/office/drawing/2014/main" id="{91F33E94-C29B-BC49-8734-F036A09323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21758"/>
            <a:ext cx="4038600" cy="4482846"/>
          </a:xfrm>
        </p:spPr>
      </p:pic>
    </p:spTree>
    <p:extLst>
      <p:ext uri="{BB962C8B-B14F-4D97-AF65-F5344CB8AC3E}">
        <p14:creationId xmlns:p14="http://schemas.microsoft.com/office/powerpoint/2010/main" val="18701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67B6-4B3D-424B-8FB2-5BBFF0C7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i="1"/>
              <a:t>Discul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970A-44A5-7140-B7B0-D880D5D217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/>
              <a:t>persistent</a:t>
            </a:r>
          </a:p>
          <a:p>
            <a:endParaRPr lang="ro-RO"/>
          </a:p>
          <a:p>
            <a:r>
              <a:rPr lang="ro-RO"/>
              <a:t>de dimensiune mare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listă de blocuri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423E9-EA18-DB44-B2CC-B110D327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436A3F0-BFF0-E54D-B19B-0D6F436A92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725771"/>
            <a:ext cx="2057400" cy="4274820"/>
          </a:xfrm>
        </p:spPr>
      </p:pic>
    </p:spTree>
    <p:extLst>
      <p:ext uri="{BB962C8B-B14F-4D97-AF65-F5344CB8AC3E}">
        <p14:creationId xmlns:p14="http://schemas.microsoft.com/office/powerpoint/2010/main" val="3752637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C60-5177-3846-A7F4-D9105A7A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Sistemul de fișiere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83EB-2E5D-DF4C-A342-E7823B88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transformă </a:t>
            </a:r>
            <a:r>
              <a:rPr lang="ro-RO" i="1" dirty="0"/>
              <a:t>lista de blocuri</a:t>
            </a:r>
            <a:r>
              <a:rPr lang="ro-RO" dirty="0"/>
              <a:t> în fișiere și directoare</a:t>
            </a:r>
          </a:p>
          <a:p>
            <a:endParaRPr lang="ro-RO" dirty="0"/>
          </a:p>
          <a:p>
            <a:r>
              <a:rPr lang="ro-RO" dirty="0"/>
              <a:t>structură de date utilizată de sistemul de operare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0F094-B60D-814E-95A8-E5BE5840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749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201A-38A4-45AF-84BE-28D2727E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disc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B7B2B-C716-4705-BA79-39164947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/>
              <a:pPr/>
              <a:t>7</a:t>
            </a:fld>
            <a:endParaRPr lang="ro-R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793F69-5623-43A7-9C01-F3543CEE912C}"/>
              </a:ext>
            </a:extLst>
          </p:cNvPr>
          <p:cNvGrpSpPr/>
          <p:nvPr/>
        </p:nvGrpSpPr>
        <p:grpSpPr>
          <a:xfrm>
            <a:off x="497019" y="2424113"/>
            <a:ext cx="8149963" cy="2464879"/>
            <a:chOff x="600075" y="2586503"/>
            <a:chExt cx="7915275" cy="2009775"/>
          </a:xfrm>
        </p:grpSpPr>
        <p:pic>
          <p:nvPicPr>
            <p:cNvPr id="8" name="Grafic 11">
              <a:extLst>
                <a:ext uri="{FF2B5EF4-FFF2-40B4-BE49-F238E27FC236}">
                  <a16:creationId xmlns:a16="http://schemas.microsoft.com/office/drawing/2014/main" id="{418C4C0D-AF43-47B0-947A-258AEF75E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075" y="2586503"/>
              <a:ext cx="7915275" cy="2009775"/>
            </a:xfrm>
            <a:prstGeom prst="rect">
              <a:avLst/>
            </a:prstGeom>
          </p:spPr>
        </p:pic>
        <p:sp>
          <p:nvSpPr>
            <p:cNvPr id="9" name="CasetăText 12">
              <a:extLst>
                <a:ext uri="{FF2B5EF4-FFF2-40B4-BE49-F238E27FC236}">
                  <a16:creationId xmlns:a16="http://schemas.microsoft.com/office/drawing/2014/main" id="{DEBADCE7-DC90-4B01-A259-2D4986D9ABBD}"/>
                </a:ext>
              </a:extLst>
            </p:cNvPr>
            <p:cNvSpPr txBox="1"/>
            <p:nvPr/>
          </p:nvSpPr>
          <p:spPr>
            <a:xfrm>
              <a:off x="812517" y="3959366"/>
              <a:ext cx="546944" cy="250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400"/>
                <a:t>disc</a:t>
              </a:r>
            </a:p>
          </p:txBody>
        </p:sp>
        <p:sp>
          <p:nvSpPr>
            <p:cNvPr id="10" name="CasetăText 13">
              <a:extLst>
                <a:ext uri="{FF2B5EF4-FFF2-40B4-BE49-F238E27FC236}">
                  <a16:creationId xmlns:a16="http://schemas.microsoft.com/office/drawing/2014/main" id="{6A11CF01-F8AA-4F2D-B011-89847D40BD2A}"/>
                </a:ext>
              </a:extLst>
            </p:cNvPr>
            <p:cNvSpPr txBox="1"/>
            <p:nvPr/>
          </p:nvSpPr>
          <p:spPr>
            <a:xfrm>
              <a:off x="2168486" y="2979237"/>
              <a:ext cx="901288" cy="376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200"/>
                <a:t>partiționare</a:t>
              </a:r>
            </a:p>
            <a:p>
              <a:endParaRPr lang="ro-RO" sz="1200"/>
            </a:p>
          </p:txBody>
        </p:sp>
        <p:sp>
          <p:nvSpPr>
            <p:cNvPr id="11" name="CasetăText 14">
              <a:extLst>
                <a:ext uri="{FF2B5EF4-FFF2-40B4-BE49-F238E27FC236}">
                  <a16:creationId xmlns:a16="http://schemas.microsoft.com/office/drawing/2014/main" id="{3E67F007-BD9E-4844-821C-B71F1F299563}"/>
                </a:ext>
              </a:extLst>
            </p:cNvPr>
            <p:cNvSpPr txBox="1"/>
            <p:nvPr/>
          </p:nvSpPr>
          <p:spPr>
            <a:xfrm>
              <a:off x="4063436" y="3080514"/>
              <a:ext cx="888895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formatare</a:t>
              </a:r>
            </a:p>
          </p:txBody>
        </p:sp>
        <p:sp>
          <p:nvSpPr>
            <p:cNvPr id="12" name="CasetăText 15">
              <a:extLst>
                <a:ext uri="{FF2B5EF4-FFF2-40B4-BE49-F238E27FC236}">
                  <a16:creationId xmlns:a16="http://schemas.microsoft.com/office/drawing/2014/main" id="{80D33CB0-E293-4A98-95F4-F569DECB0BAE}"/>
                </a:ext>
              </a:extLst>
            </p:cNvPr>
            <p:cNvSpPr txBox="1"/>
            <p:nvPr/>
          </p:nvSpPr>
          <p:spPr>
            <a:xfrm>
              <a:off x="5733213" y="3080514"/>
              <a:ext cx="786704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montare</a:t>
              </a:r>
            </a:p>
          </p:txBody>
        </p:sp>
        <p:sp>
          <p:nvSpPr>
            <p:cNvPr id="13" name="CasetăText 16">
              <a:extLst>
                <a:ext uri="{FF2B5EF4-FFF2-40B4-BE49-F238E27FC236}">
                  <a16:creationId xmlns:a16="http://schemas.microsoft.com/office/drawing/2014/main" id="{9760E660-1A78-4A53-B0CB-F855CF50D630}"/>
                </a:ext>
              </a:extLst>
            </p:cNvPr>
            <p:cNvSpPr txBox="1"/>
            <p:nvPr/>
          </p:nvSpPr>
          <p:spPr>
            <a:xfrm>
              <a:off x="7486650" y="3080514"/>
              <a:ext cx="689308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backup</a:t>
              </a:r>
            </a:p>
          </p:txBody>
        </p:sp>
        <p:sp>
          <p:nvSpPr>
            <p:cNvPr id="14" name="CasetăText 17">
              <a:extLst>
                <a:ext uri="{FF2B5EF4-FFF2-40B4-BE49-F238E27FC236}">
                  <a16:creationId xmlns:a16="http://schemas.microsoft.com/office/drawing/2014/main" id="{C049300D-CE13-4289-94E3-9FABA3E590F3}"/>
                </a:ext>
              </a:extLst>
            </p:cNvPr>
            <p:cNvSpPr txBox="1"/>
            <p:nvPr/>
          </p:nvSpPr>
          <p:spPr>
            <a:xfrm>
              <a:off x="4677308" y="4118161"/>
              <a:ext cx="451049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fsck</a:t>
              </a:r>
            </a:p>
          </p:txBody>
        </p:sp>
        <p:sp>
          <p:nvSpPr>
            <p:cNvPr id="15" name="CasetăText 18">
              <a:extLst>
                <a:ext uri="{FF2B5EF4-FFF2-40B4-BE49-F238E27FC236}">
                  <a16:creationId xmlns:a16="http://schemas.microsoft.com/office/drawing/2014/main" id="{FC099F7A-2F9F-4227-91EF-7403665EEE0A}"/>
                </a:ext>
              </a:extLst>
            </p:cNvPr>
            <p:cNvSpPr txBox="1"/>
            <p:nvPr/>
          </p:nvSpPr>
          <p:spPr>
            <a:xfrm>
              <a:off x="6717400" y="4129754"/>
              <a:ext cx="592036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usage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377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4B668D-040F-1649-88CB-7D9DEE7F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MBR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9DAFF-E030-43EC-B810-5A6B26C8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432167A-0EFE-3D48-93F1-966D45D72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50" y="1913731"/>
            <a:ext cx="5194300" cy="3898900"/>
          </a:xfrm>
        </p:spPr>
      </p:pic>
    </p:spTree>
    <p:extLst>
      <p:ext uri="{BB962C8B-B14F-4D97-AF65-F5344CB8AC3E}">
        <p14:creationId xmlns:p14="http://schemas.microsoft.com/office/powerpoint/2010/main" val="3108196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172-8F9F-614E-AACA-A5F935B7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GPT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8646D-497D-4539-A0C0-BFBEB6C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7201EA0-8517-524D-AB2E-12B8A21BB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195" y="1600200"/>
            <a:ext cx="3291609" cy="4525963"/>
          </a:xfrm>
        </p:spPr>
      </p:pic>
    </p:spTree>
    <p:extLst>
      <p:ext uri="{BB962C8B-B14F-4D97-AF65-F5344CB8AC3E}">
        <p14:creationId xmlns:p14="http://schemas.microsoft.com/office/powerpoint/2010/main" val="101613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59E737-EEAB-3A4D-A1E6-BE43F35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Sisteme De Fișiere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B5BEE5-A77E-6C4F-BBFF-9A1B45AA3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5AAD5-1C7C-2741-A5FD-972A7659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4640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C60-5177-3846-A7F4-D9105A7A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Sisteme de fișiere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314880E-F766-BD4B-95C9-A6C10A6C0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386822"/>
              </p:ext>
            </p:extLst>
          </p:nvPr>
        </p:nvGraphicFramePr>
        <p:xfrm>
          <a:off x="457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1FF4C-EAB8-204A-9BFC-B7479FCD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8141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AE63C5-45DA-D645-B7D8-71D96F75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sisteme de fișiere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9E4816-E951-FA4E-847F-2BB07E1C8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ext3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ReiserFS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HFS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NTFS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FAT32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ISO9660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UDF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FDD2-BBA7-904A-89BC-071D21C5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784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0D56-4577-8E42-9794-17EF1F9B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Apelul de sistem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B8DC96-F1C6-AF40-962A-4A0EE539F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847937"/>
              </p:ext>
            </p:extLst>
          </p:nvPr>
        </p:nvGraphicFramePr>
        <p:xfrm>
          <a:off x="457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53D04-1364-EE4F-843D-D8438241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7602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C60-5177-3846-A7F4-D9105A7A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Sistemul de fișiere – termeni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314880E-F766-BD4B-95C9-A6C10A6C0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131153"/>
              </p:ext>
            </p:extLst>
          </p:nvPr>
        </p:nvGraphicFramePr>
        <p:xfrm>
          <a:off x="457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EBAD8-9119-934B-93DF-001FAA97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3826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66AE2D-0D88-CE44-9638-EF6C00B8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Fișier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4BEDE2-175D-294C-8792-9C4297953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1F7F-76C0-5A4F-8185-81852C68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14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74FB-7099-2648-8014-53CB8239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Fișier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4D23-367E-574B-AE59-9453A94A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800"/>
              <a:t>Unitatea de bază pentru stocarea datelor</a:t>
            </a:r>
          </a:p>
          <a:p>
            <a:r>
              <a:rPr lang="ro-RO" sz="2800"/>
              <a:t>SO are doua abstractizări</a:t>
            </a:r>
          </a:p>
          <a:p>
            <a:pPr lvl="1"/>
            <a:r>
              <a:rPr lang="ro-RO" sz="2000" b="1"/>
              <a:t>fișier</a:t>
            </a:r>
            <a:r>
              <a:rPr lang="ro-RO" sz="2000"/>
              <a:t> – </a:t>
            </a:r>
            <a:r>
              <a:rPr lang="ro-RO" sz="20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abstractizarea informației</a:t>
            </a:r>
            <a:endParaRPr lang="ro-RO" sz="2000" b="1"/>
          </a:p>
          <a:p>
            <a:pPr lvl="1"/>
            <a:r>
              <a:rPr lang="ro-RO" sz="2000" b="1"/>
              <a:t>proces </a:t>
            </a:r>
            <a:r>
              <a:rPr lang="ro-RO" sz="2000"/>
              <a:t>– abstractizarea acțiunilor</a:t>
            </a:r>
          </a:p>
          <a:p>
            <a:endParaRPr lang="ro-RO" sz="2457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r>
              <a:rPr lang="ro-RO" sz="2457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POSIX</a:t>
            </a:r>
          </a:p>
          <a:p>
            <a:pPr lvl="1"/>
            <a:r>
              <a:rPr lang="ro-RO" sz="2057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totul este un fișier</a:t>
            </a:r>
          </a:p>
          <a:p>
            <a:pPr lvl="2"/>
            <a:r>
              <a:rPr lang="ro-RO" sz="1657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tastatură, memorie, disc …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66F4F-8A80-FF47-A3B9-2249855F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9903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2C4968-7BC6-534A-9A89-D48D18F8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fișiere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62193-F585-6B4A-A05B-4998A0FBB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fișiere simple – regular files</a:t>
            </a:r>
          </a:p>
          <a:p>
            <a:r>
              <a:rPr lang="ro-RO"/>
              <a:t>directoare – directories</a:t>
            </a:r>
          </a:p>
          <a:p>
            <a:r>
              <a:rPr lang="ro-RO"/>
              <a:t>link-uri – hard/soft links</a:t>
            </a:r>
          </a:p>
          <a:p>
            <a:r>
              <a:rPr lang="ro-RO"/>
              <a:t>dispozitive caracter – char devices</a:t>
            </a:r>
          </a:p>
          <a:p>
            <a:r>
              <a:rPr lang="ro-RO"/>
              <a:t>dispozitive bloc – block devices</a:t>
            </a:r>
          </a:p>
          <a:p>
            <a:r>
              <a:rPr lang="ro-RO"/>
              <a:t>pipes/FIFOS</a:t>
            </a:r>
          </a:p>
          <a:p>
            <a:r>
              <a:rPr lang="ro-RO"/>
              <a:t>sockets UNIX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F4345-D1FC-8342-B707-254B3C53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644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2150-F0A5-A94E-AA6B-B8C08BDD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fișierelor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E6141-7663-2D40-9089-D5FF812C6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creare</a:t>
            </a:r>
          </a:p>
          <a:p>
            <a:r>
              <a:rPr lang="ro-RO"/>
              <a:t>deschidere</a:t>
            </a:r>
          </a:p>
          <a:p>
            <a:r>
              <a:rPr lang="ro-RO"/>
              <a:t>citire</a:t>
            </a:r>
          </a:p>
          <a:p>
            <a:r>
              <a:rPr lang="ro-RO"/>
              <a:t>scriere</a:t>
            </a:r>
          </a:p>
          <a:p>
            <a:r>
              <a:rPr lang="ro-RO"/>
              <a:t>poziționarea cursorului</a:t>
            </a:r>
          </a:p>
          <a:p>
            <a:r>
              <a:rPr lang="ro-RO"/>
              <a:t>trunchiere</a:t>
            </a:r>
          </a:p>
          <a:p>
            <a:r>
              <a:rPr lang="ro-RO"/>
              <a:t>inchidere</a:t>
            </a:r>
          </a:p>
          <a:p>
            <a:r>
              <a:rPr lang="ro-RO"/>
              <a:t>Ștergere 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3297-F398-4148-A9CC-FCE99BB8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8148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CFFF-08F9-0C41-953B-69521AE3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Tabela de descriptori de fișier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C11829-3FE9-FB49-A777-F1369FD4B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205831"/>
            <a:ext cx="4762500" cy="33147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73606-3886-D34C-B1E8-E2AD27C7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724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5479-81F6-D748-AA63-753F9AB8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Fișier deschis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1D78A-8D46-ED4E-B6A0-41E50AD8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m-CH"/>
              <a:t>identificare</a:t>
            </a:r>
          </a:p>
          <a:p>
            <a:pPr lvl="1"/>
            <a:r>
              <a:rPr lang="rm-CH"/>
              <a:t>Windows: HANDLE</a:t>
            </a:r>
          </a:p>
          <a:p>
            <a:pPr lvl="1"/>
            <a:r>
              <a:rPr lang="rm-CH"/>
              <a:t>POSIX: descriptor</a:t>
            </a:r>
          </a:p>
          <a:p>
            <a:pPr lvl="1"/>
            <a:r>
              <a:rPr lang="rm-CH">
                <a:solidFill>
                  <a:srgbClr val="92D050"/>
                </a:solidFill>
              </a:rPr>
              <a:t>de ce nu se folosește numele?</a:t>
            </a:r>
          </a:p>
          <a:p>
            <a:endParaRPr lang="rm-CH"/>
          </a:p>
          <a:p>
            <a:r>
              <a:rPr lang="rm-CH"/>
              <a:t>poziția</a:t>
            </a:r>
          </a:p>
          <a:p>
            <a:pPr lvl="1"/>
            <a:r>
              <a:rPr lang="rm-CH"/>
              <a:t>Windows: File Pointer </a:t>
            </a:r>
          </a:p>
          <a:p>
            <a:pPr lvl="1"/>
            <a:r>
              <a:rPr lang="rm-CH"/>
              <a:t>Linux: cursor de fișier</a:t>
            </a:r>
          </a:p>
          <a:p>
            <a:endParaRPr lang="rm-CH"/>
          </a:p>
          <a:p>
            <a:r>
              <a:rPr lang="rm-CH"/>
              <a:t>drepturi de deschidere</a:t>
            </a:r>
          </a:p>
          <a:p>
            <a:endParaRPr lang="rm-CH"/>
          </a:p>
          <a:p>
            <a:r>
              <a:rPr lang="rm-CH"/>
              <a:t>contor pentru numărul de descideri (file-open count)</a:t>
            </a:r>
          </a:p>
          <a:p>
            <a:endParaRPr lang="rm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2800F-CD0B-BB41-BC2A-352DA816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20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473405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B46B-33EA-804B-8163-50F8DA69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Descriptor de fișier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3C4D-F7F1-7C44-8888-49CCA7A72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ro-RO"/>
              <a:t>mai mulți descriptori pot corespunde aceeluași fișier</a:t>
            </a:r>
          </a:p>
          <a:p>
            <a:r>
              <a:rPr lang="ro-RO"/>
              <a:t>fiecare proces are tabela proprie de descriptori</a:t>
            </a:r>
          </a:p>
          <a:p>
            <a:endParaRPr lang="ro-RO" b="1"/>
          </a:p>
          <a:p>
            <a:r>
              <a:rPr lang="ro-RO" b="1"/>
              <a:t>POSIX</a:t>
            </a:r>
          </a:p>
          <a:p>
            <a:pPr lvl="1"/>
            <a:r>
              <a:rPr lang="ro-RO"/>
              <a:t>un număr care identifică instanța de deschidere a unui fișier</a:t>
            </a:r>
          </a:p>
          <a:p>
            <a:pPr lvl="1"/>
            <a:r>
              <a:rPr lang="ro-RO"/>
              <a:t>descriptori speciali</a:t>
            </a:r>
          </a:p>
          <a:p>
            <a:pPr lvl="2"/>
            <a:r>
              <a:rPr lang="ro-RO"/>
              <a:t>0 (stdin), 1 (stdout), 2 (stderr)</a:t>
            </a:r>
          </a:p>
          <a:p>
            <a:r>
              <a:rPr lang="ro-RO" b="1"/>
              <a:t>ISC C</a:t>
            </a:r>
          </a:p>
          <a:p>
            <a:pPr lvl="1"/>
            <a:r>
              <a:rPr lang="ro-RO"/>
              <a:t>File</a:t>
            </a:r>
          </a:p>
          <a:p>
            <a:r>
              <a:rPr lang="ro-RO" b="1"/>
              <a:t>Windows</a:t>
            </a:r>
          </a:p>
          <a:p>
            <a:pPr lvl="1"/>
            <a:r>
              <a:rPr lang="ro-RO"/>
              <a:t>HANDLE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3922-C799-1A47-9383-015385C1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96757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D3A3-D28E-E844-9CD7-8B377B52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Crearea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AC76-4586-5E47-8A11-B4BD781BD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b="1" dirty="0" err="1"/>
              <a:t>shell</a:t>
            </a:r>
            <a:endParaRPr lang="ro-RO" b="1" dirty="0"/>
          </a:p>
          <a:p>
            <a:pPr marL="0" indent="0">
              <a:buNone/>
            </a:pPr>
            <a:r>
              <a:rPr lang="ro-RO" dirty="0"/>
              <a:t>      </a:t>
            </a:r>
            <a:r>
              <a:rPr lang="ro-RO" dirty="0" err="1"/>
              <a:t>touch</a:t>
            </a:r>
            <a:r>
              <a:rPr lang="ro-RO" dirty="0"/>
              <a:t> /</a:t>
            </a:r>
            <a:r>
              <a:rPr lang="ro-RO" dirty="0" err="1"/>
              <a:t>path</a:t>
            </a:r>
            <a:r>
              <a:rPr lang="ro-RO" dirty="0"/>
              <a:t>/</a:t>
            </a:r>
            <a:r>
              <a:rPr lang="ro-RO" dirty="0" err="1"/>
              <a:t>to</a:t>
            </a:r>
            <a:r>
              <a:rPr lang="ro-RO" dirty="0"/>
              <a:t>/file</a:t>
            </a:r>
          </a:p>
          <a:p>
            <a:pPr marL="0" indent="0">
              <a:buNone/>
            </a:pPr>
            <a:r>
              <a:rPr lang="ro-RO" dirty="0"/>
              <a:t>	 </a:t>
            </a:r>
            <a:r>
              <a:rPr lang="ro-RO" i="1" dirty="0"/>
              <a:t>toate comenzile care scriu într-un fișier îl și </a:t>
            </a:r>
            <a:r>
              <a:rPr lang="ro-RO" i="1" dirty="0" err="1"/>
              <a:t>crează</a:t>
            </a:r>
            <a:endParaRPr lang="ro-RO" i="1" dirty="0"/>
          </a:p>
          <a:p>
            <a:endParaRPr lang="ro-RO" dirty="0"/>
          </a:p>
          <a:p>
            <a:r>
              <a:rPr lang="ro-RO" b="1" dirty="0"/>
              <a:t>ISO/ANSI C</a:t>
            </a:r>
          </a:p>
          <a:p>
            <a:pPr marL="0" indent="0">
              <a:buNone/>
            </a:pPr>
            <a:r>
              <a:rPr lang="ro-RO" dirty="0"/>
              <a:t>       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FILE *f = </a:t>
            </a:r>
            <a:r>
              <a:rPr lang="ro-RO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fopen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path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to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/file"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rw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ro-RO" sz="2400" dirty="0"/>
          </a:p>
          <a:p>
            <a:endParaRPr lang="ro-RO" dirty="0"/>
          </a:p>
          <a:p>
            <a:r>
              <a:rPr lang="ro-RO" b="1" dirty="0"/>
              <a:t>POSIX</a:t>
            </a:r>
          </a:p>
          <a:p>
            <a:pPr marL="0" indent="0">
              <a:buNone/>
            </a:pPr>
            <a:r>
              <a:rPr lang="ro-RO" dirty="0"/>
              <a:t>      </a:t>
            </a:r>
            <a:r>
              <a:rPr lang="ro-RO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sz="2400" dirty="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path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to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/file"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, O_CREAT | O_EXCL, </a:t>
            </a:r>
            <a:r>
              <a:rPr lang="ro-RO" sz="2400" dirty="0">
                <a:solidFill>
                  <a:srgbClr val="09885A"/>
                </a:solidFill>
                <a:latin typeface="Menlo" panose="020B0609030804020204" pitchFamily="49" charset="0"/>
              </a:rPr>
              <a:t>0644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dirty="0"/>
          </a:p>
          <a:p>
            <a:r>
              <a:rPr lang="ro-RO" b="1" dirty="0"/>
              <a:t>Windows</a:t>
            </a:r>
          </a:p>
          <a:p>
            <a:pPr marL="0" indent="0">
              <a:buNone/>
            </a:pPr>
            <a:r>
              <a:rPr lang="ro-RO" dirty="0"/>
              <a:t>      </a:t>
            </a:r>
            <a:r>
              <a:rPr lang="ro-RO" sz="2400" dirty="0"/>
              <a:t> 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HANDLE </a:t>
            </a:r>
            <a:r>
              <a:rPr lang="ro-RO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fileHandle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CreateFile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path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to</a:t>
            </a:r>
            <a:r>
              <a:rPr lang="ro-RO" sz="2400" dirty="0">
                <a:solidFill>
                  <a:srgbClr val="A31515"/>
                </a:solidFill>
                <a:latin typeface="Menlo" panose="020B0609030804020204" pitchFamily="49" charset="0"/>
              </a:rPr>
              <a:t>/file"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, ..., CREATE_NEW);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DE8D5-BC5F-B349-8850-0C970A2C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6496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8A87-5965-F94F-BCF6-D289C7CD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Deschidere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05F6-37E6-C645-93EF-D4FC6244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b="1"/>
              <a:t>ISO/ANSI C</a:t>
            </a:r>
          </a:p>
          <a:p>
            <a:pPr marL="0" indent="0">
              <a:buNone/>
            </a:pPr>
            <a:r>
              <a:rPr lang="ro-RO"/>
              <a:t>    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FILE *f = </a:t>
            </a:r>
            <a:r>
              <a:rPr lang="ro-RO" sz="2600">
                <a:solidFill>
                  <a:srgbClr val="795E26"/>
                </a:solidFill>
                <a:latin typeface="Menlo" panose="020B0609030804020204" pitchFamily="49" charset="0"/>
              </a:rPr>
              <a:t>fopen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600">
                <a:solidFill>
                  <a:srgbClr val="A31515"/>
                </a:solidFill>
                <a:latin typeface="Menlo" panose="020B0609030804020204" pitchFamily="49" charset="0"/>
              </a:rPr>
              <a:t>"/path/to/file"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600">
                <a:solidFill>
                  <a:srgbClr val="A31515"/>
                </a:solidFill>
                <a:latin typeface="Menlo" panose="020B0609030804020204" pitchFamily="49" charset="0"/>
              </a:rPr>
              <a:t>"rt"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ro-RO"/>
          </a:p>
          <a:p>
            <a:r>
              <a:rPr lang="ro-RO" b="1"/>
              <a:t>POSIX</a:t>
            </a:r>
          </a:p>
          <a:p>
            <a:pPr marL="0" indent="0">
              <a:buNone/>
            </a:pPr>
            <a:r>
              <a:rPr lang="ro-RO"/>
              <a:t>    </a:t>
            </a:r>
            <a:r>
              <a:rPr lang="ro-RO" sz="26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 fd = </a:t>
            </a:r>
            <a:r>
              <a:rPr lang="ro-RO" sz="260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600">
                <a:solidFill>
                  <a:srgbClr val="A31515"/>
                </a:solidFill>
                <a:latin typeface="Menlo" panose="020B0609030804020204" pitchFamily="49" charset="0"/>
              </a:rPr>
              <a:t>"/path/to/file"</a:t>
            </a:r>
            <a:r>
              <a:rPr lang="ro-RO" sz="2600">
                <a:solidFill>
                  <a:srgbClr val="000000"/>
                </a:solidFill>
                <a:latin typeface="Menlo" panose="020B0609030804020204" pitchFamily="49" charset="0"/>
              </a:rPr>
              <a:t>, O_RDONLY);</a:t>
            </a:r>
          </a:p>
          <a:p>
            <a:pPr marL="0" indent="0">
              <a:buNone/>
            </a:pPr>
            <a:endParaRPr lang="ro-RO"/>
          </a:p>
          <a:p>
            <a:r>
              <a:rPr lang="ro-RO" b="1"/>
              <a:t>Windows</a:t>
            </a:r>
          </a:p>
          <a:p>
            <a:pPr marL="0" indent="0">
              <a:buNone/>
            </a:pPr>
            <a:r>
              <a:rPr lang="ro-RO"/>
              <a:t>    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HANDLE f =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CreateFile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A31515"/>
                </a:solidFill>
                <a:latin typeface="Menlo" panose="020B0609030804020204" pitchFamily="49" charset="0"/>
              </a:rPr>
              <a:t>"/path/to/file"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, ..., OPEN_EXISTING);</a:t>
            </a:r>
          </a:p>
          <a:p>
            <a:pPr marL="0" indent="0">
              <a:buNone/>
            </a:pPr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FE81-F508-D048-8374-7CB07371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9209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6952-3CD0-6341-B7A9-A86BF0E9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Citire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0D84B-EEC1-F146-9EA5-E7B2BC698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o-RO" dirty="0"/>
              <a:t>pune datele într-un buffer</a:t>
            </a:r>
          </a:p>
          <a:p>
            <a:r>
              <a:rPr lang="ro-RO" dirty="0"/>
              <a:t>deplasează cursorul de fișier</a:t>
            </a:r>
          </a:p>
          <a:p>
            <a:endParaRPr lang="ro-RO" dirty="0"/>
          </a:p>
          <a:p>
            <a:r>
              <a:rPr lang="ro-RO" b="1" dirty="0"/>
              <a:t>ISO C</a:t>
            </a:r>
          </a:p>
          <a:p>
            <a:pPr marL="0" indent="0">
              <a:buNone/>
            </a:pPr>
            <a:r>
              <a:rPr lang="ro-RO" dirty="0"/>
              <a:t>        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reads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*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times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bytes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n_items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fread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(buffer,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items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f);</a:t>
            </a:r>
          </a:p>
          <a:p>
            <a:pPr marL="0" indent="0">
              <a:buNone/>
            </a:pPr>
            <a:endParaRPr lang="ro-RO" dirty="0"/>
          </a:p>
          <a:p>
            <a:r>
              <a:rPr lang="ro-RO" b="1" dirty="0"/>
              <a:t>Unix</a:t>
            </a:r>
          </a:p>
          <a:p>
            <a:pPr marL="0" indent="0">
              <a:buNone/>
            </a:pPr>
            <a:r>
              <a:rPr lang="ro-RO" dirty="0"/>
              <a:t>    	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reads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maximum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bytes</a:t>
            </a: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     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use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only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within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loop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n_read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read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buffer,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dirty="0"/>
              <a:t>        </a:t>
            </a:r>
          </a:p>
          <a:p>
            <a:r>
              <a:rPr lang="ro-RO" b="1" dirty="0"/>
              <a:t>Windows</a:t>
            </a:r>
          </a:p>
          <a:p>
            <a:pPr marL="0" indent="0">
              <a:buNone/>
            </a:pPr>
            <a:r>
              <a:rPr lang="ro-RO" dirty="0"/>
              <a:t>              </a:t>
            </a: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ReadFile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fHandle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buffer,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bytesToRead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&amp;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bytesRead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BBC75-F34D-5347-BB3B-0FDB3A3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2546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6952-3CD0-6341-B7A9-A86BF0E9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Scriere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0D84B-EEC1-F146-9EA5-E7B2BC698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o-RO"/>
              <a:t>scrie informații dintr-un buffer</a:t>
            </a:r>
          </a:p>
          <a:p>
            <a:r>
              <a:rPr lang="ro-RO"/>
              <a:t>Deplaseză cursorul de fișier</a:t>
            </a:r>
          </a:p>
          <a:p>
            <a:endParaRPr lang="ro-RO"/>
          </a:p>
          <a:p>
            <a:r>
              <a:rPr lang="ro-RO" b="1"/>
              <a:t>ISO C</a:t>
            </a:r>
          </a:p>
          <a:p>
            <a:pPr marL="0" indent="0">
              <a:buNone/>
            </a:pPr>
            <a:r>
              <a:rPr lang="ro-RO"/>
              <a:t>       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    // writes size * times bytes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      n_items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fwrite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(buffer, size, items, f);</a:t>
            </a:r>
          </a:p>
          <a:p>
            <a:pPr marL="0" indent="0">
              <a:buNone/>
            </a:pPr>
            <a:endParaRPr lang="ro-RO"/>
          </a:p>
          <a:p>
            <a:r>
              <a:rPr lang="ro-RO" b="1"/>
              <a:t>Unix</a:t>
            </a:r>
          </a:p>
          <a:p>
            <a:pPr marL="0" indent="0">
              <a:buNone/>
            </a:pPr>
            <a:r>
              <a:rPr lang="ro-RO"/>
              <a:t>    	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writes maximum size bytes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       // use only within a loop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      n_write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write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(fd, buffer, size);</a:t>
            </a:r>
          </a:p>
          <a:p>
            <a:pPr marL="0" indent="0">
              <a:buNone/>
            </a:pPr>
            <a:r>
              <a:rPr lang="ro-RO"/>
              <a:t>  </a:t>
            </a:r>
          </a:p>
          <a:p>
            <a:r>
              <a:rPr lang="ro-RO" b="1"/>
              <a:t>Windows</a:t>
            </a:r>
          </a:p>
          <a:p>
            <a:pPr marL="0" indent="0">
              <a:buNone/>
            </a:pPr>
            <a:r>
              <a:rPr lang="ro-RO"/>
              <a:t>                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 WriteFile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(fHandle, buffer, bytesToWrite, &amp;bytesWritten,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BBC75-F34D-5347-BB3B-0FDB3A3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96433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608" y="3390075"/>
            <a:ext cx="7683368" cy="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/>
        </p:nvSpPr>
        <p:spPr>
          <a:xfrm>
            <a:off x="152400" y="2415128"/>
            <a:ext cx="1896136" cy="6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space</a:t>
            </a:r>
          </a:p>
        </p:txBody>
      </p:sp>
      <p:sp>
        <p:nvSpPr>
          <p:cNvPr id="303" name="Google Shape;303;p29"/>
          <p:cNvSpPr txBox="1"/>
          <p:nvPr/>
        </p:nvSpPr>
        <p:spPr>
          <a:xfrm>
            <a:off x="152400" y="4166348"/>
            <a:ext cx="1896136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space</a:t>
            </a:r>
          </a:p>
        </p:txBody>
      </p:sp>
      <p:pic>
        <p:nvPicPr>
          <p:cNvPr id="304" name="Google Shape;3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608" y="5085113"/>
            <a:ext cx="7683368" cy="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152400" y="5525843"/>
            <a:ext cx="1688776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pic>
        <p:nvPicPr>
          <p:cNvPr id="306" name="Google Shape;3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9233" y="5465633"/>
            <a:ext cx="3534863" cy="43240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2770560" y="5607946"/>
            <a:ext cx="3420900" cy="33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</a:t>
            </a:r>
          </a:p>
        </p:txBody>
      </p:sp>
      <p:pic>
        <p:nvPicPr>
          <p:cNvPr id="308" name="Google Shape;30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6448" y="4133813"/>
            <a:ext cx="1469250" cy="43240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2095470" y="4195328"/>
            <a:ext cx="1371015" cy="33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kernel </a:t>
            </a:r>
          </a:p>
        </p:txBody>
      </p:sp>
      <p:pic>
        <p:nvPicPr>
          <p:cNvPr id="310" name="Google Shape;31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3048" y="4133813"/>
            <a:ext cx="1469250" cy="43240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5492138" y="4199468"/>
            <a:ext cx="1347300" cy="3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kernel</a:t>
            </a:r>
          </a:p>
        </p:txBody>
      </p:sp>
      <p:pic>
        <p:nvPicPr>
          <p:cNvPr id="312" name="Google Shape;312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6448" y="1522058"/>
            <a:ext cx="1469250" cy="42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2095178" y="1585598"/>
            <a:ext cx="1347300" cy="3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user</a:t>
            </a:r>
          </a:p>
        </p:txBody>
      </p:sp>
      <p:pic>
        <p:nvPicPr>
          <p:cNvPr id="314" name="Google Shape;314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3048" y="1522058"/>
            <a:ext cx="1469250" cy="42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5492138" y="1585598"/>
            <a:ext cx="1347300" cy="3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user</a:t>
            </a: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49523" y="2559848"/>
            <a:ext cx="5401688" cy="43240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1941098" y="2626830"/>
            <a:ext cx="5287118" cy="3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libc</a:t>
            </a:r>
            <a:r>
              <a:rPr lang="ro-RO" sz="16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(fără buffer)</a:t>
            </a:r>
          </a:p>
        </p:txBody>
      </p:sp>
      <p:pic>
        <p:nvPicPr>
          <p:cNvPr id="318" name="Google Shape;318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44673" y="2066895"/>
            <a:ext cx="77783" cy="432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75768" y="4635405"/>
            <a:ext cx="630900" cy="63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75833" y="3217118"/>
            <a:ext cx="77783" cy="42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075833" y="2066895"/>
            <a:ext cx="77783" cy="42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44673" y="3217118"/>
            <a:ext cx="77783" cy="42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679233" y="4635405"/>
            <a:ext cx="846968" cy="63994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2973578" y="2204865"/>
            <a:ext cx="1563278" cy="2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607"/>
              </a:lnSpc>
            </a:pPr>
            <a:r>
              <a:rPr lang="ro-RO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read/ReadFile</a:t>
            </a:r>
          </a:p>
        </p:txBody>
      </p:sp>
      <p:sp>
        <p:nvSpPr>
          <p:cNvPr id="325" name="Google Shape;325;p29"/>
          <p:cNvSpPr txBox="1"/>
          <p:nvPr/>
        </p:nvSpPr>
        <p:spPr>
          <a:xfrm>
            <a:off x="2973578" y="3526920"/>
            <a:ext cx="1747620" cy="2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607"/>
              </a:lnSpc>
            </a:pPr>
            <a:r>
              <a:rPr lang="ro-RO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sys_read/NtReadFile</a:t>
            </a:r>
          </a:p>
        </p:txBody>
      </p:sp>
      <p:sp>
        <p:nvSpPr>
          <p:cNvPr id="326" name="Google Shape;326;p29"/>
          <p:cNvSpPr txBox="1"/>
          <p:nvPr/>
        </p:nvSpPr>
        <p:spPr>
          <a:xfrm>
            <a:off x="6533280" y="3542760"/>
            <a:ext cx="1736100" cy="2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607"/>
              </a:lnSpc>
            </a:pPr>
            <a:r>
              <a:rPr lang="ro-RO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sys_write/NtWriteFile</a:t>
            </a:r>
          </a:p>
        </p:txBody>
      </p:sp>
      <p:sp>
        <p:nvSpPr>
          <p:cNvPr id="327" name="Google Shape;327;p29"/>
          <p:cNvSpPr txBox="1"/>
          <p:nvPr/>
        </p:nvSpPr>
        <p:spPr>
          <a:xfrm>
            <a:off x="6533280" y="2171745"/>
            <a:ext cx="1563278" cy="2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607"/>
              </a:lnSpc>
            </a:pPr>
            <a:r>
              <a:rPr lang="ro-RO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write/WriteFile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592082-F5C6-2742-A86C-FB5BC0A1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Sistemul de citire și scriere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E0882C-0668-E64A-AF15-8A2C9481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4149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7CC5-24C9-E040-A213-3B1388C6C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Cursorul de fișier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EE6F3-9CDE-0049-9FDF-509DF6E1E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/>
              <a:t>valoarea se schimbă la citire și scriere </a:t>
            </a:r>
          </a:p>
          <a:p>
            <a:r>
              <a:rPr lang="ro-RO"/>
              <a:t>este inițializat la deschiderea fișierului</a:t>
            </a:r>
          </a:p>
          <a:p>
            <a:r>
              <a:rPr lang="ro-RO"/>
              <a:t>mutarea cursorului</a:t>
            </a:r>
          </a:p>
          <a:p>
            <a:r>
              <a:rPr lang="ro-RO" b="1"/>
              <a:t>ISO C</a:t>
            </a:r>
          </a:p>
          <a:p>
            <a:pPr marL="0" indent="0">
              <a:buNone/>
            </a:pPr>
            <a:r>
              <a:rPr lang="ro-RO"/>
              <a:t>        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fseek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(f, offset, SEEK_SET);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/>
              <a:t>Unix</a:t>
            </a:r>
          </a:p>
          <a:p>
            <a:pPr marL="0" indent="0">
              <a:buNone/>
            </a:pPr>
            <a:r>
              <a:rPr lang="ro-RO"/>
              <a:t>        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lseek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(fd, offset, SEEK_SET);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/>
              <a:t>Windows</a:t>
            </a:r>
          </a:p>
          <a:p>
            <a:pPr marL="0" indent="0">
              <a:buNone/>
            </a:pPr>
            <a:r>
              <a:rPr lang="ro-RO"/>
              <a:t>      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SetFilePointer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(fHandle, distanceToMove,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FILE_BEGIN);</a:t>
            </a:r>
          </a:p>
          <a:p>
            <a:pPr marL="0" indent="0">
              <a:buNone/>
            </a:pPr>
            <a:endParaRPr lang="ro-RO"/>
          </a:p>
          <a:p>
            <a:endParaRPr lang="ro-RO"/>
          </a:p>
          <a:p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EC921-844F-2D4D-B007-CC463A30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278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715A-8471-1C48-84A0-66F59334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FEF82-A03F-7E48-8076-5FC1AC3CF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b="1"/>
              <a:t>Utilizator</a:t>
            </a:r>
          </a:p>
          <a:p>
            <a:pPr lvl="1"/>
            <a:r>
              <a:rPr lang="ro-RO"/>
              <a:t>Nume de fișier</a:t>
            </a:r>
          </a:p>
          <a:p>
            <a:pPr lvl="1"/>
            <a:endParaRPr lang="ro-RO" b="1"/>
          </a:p>
          <a:p>
            <a:r>
              <a:rPr lang="ro-RO" b="1"/>
              <a:t>Aplicație</a:t>
            </a:r>
          </a:p>
          <a:p>
            <a:pPr lvl="1"/>
            <a:r>
              <a:rPr lang="ro-RO"/>
              <a:t>Descriptor de fișier</a:t>
            </a:r>
          </a:p>
          <a:p>
            <a:pPr lvl="1"/>
            <a:endParaRPr lang="ro-RO"/>
          </a:p>
          <a:p>
            <a:r>
              <a:rPr lang="ro-RO" b="1"/>
              <a:t>Sistemul de operare</a:t>
            </a:r>
          </a:p>
          <a:p>
            <a:pPr lvl="1"/>
            <a:r>
              <a:rPr lang="ro-RO"/>
              <a:t>tabelă de descriptori</a:t>
            </a:r>
          </a:p>
          <a:p>
            <a:pPr lvl="1"/>
            <a:r>
              <a:rPr lang="ro-RO"/>
              <a:t>structuri de date pentru fișierul deschis</a:t>
            </a:r>
          </a:p>
          <a:p>
            <a:pPr lvl="1"/>
            <a:r>
              <a:rPr lang="ro-RO"/>
              <a:t>Structuri de date pentru fișierul de pe disc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54100-9703-FF45-805E-6CDE7A3A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7323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245" y="2179328"/>
            <a:ext cx="17280" cy="374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078" y="1850693"/>
            <a:ext cx="17280" cy="40386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2"/>
          <p:cNvSpPr txBox="1"/>
          <p:nvPr/>
        </p:nvSpPr>
        <p:spPr>
          <a:xfrm>
            <a:off x="780458" y="1376840"/>
            <a:ext cx="1563278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space</a:t>
            </a:r>
          </a:p>
        </p:txBody>
      </p:sp>
      <p:sp>
        <p:nvSpPr>
          <p:cNvPr id="354" name="Google Shape;354;p32"/>
          <p:cNvSpPr txBox="1"/>
          <p:nvPr/>
        </p:nvSpPr>
        <p:spPr>
          <a:xfrm>
            <a:off x="5259351" y="1455368"/>
            <a:ext cx="1770660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space</a:t>
            </a:r>
          </a:p>
        </p:txBody>
      </p:sp>
      <p:sp>
        <p:nvSpPr>
          <p:cNvPr id="355" name="Google Shape;355;p32"/>
          <p:cNvSpPr txBox="1"/>
          <p:nvPr/>
        </p:nvSpPr>
        <p:spPr>
          <a:xfrm>
            <a:off x="6498818" y="2169595"/>
            <a:ext cx="177066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pe disc</a:t>
            </a:r>
          </a:p>
        </p:txBody>
      </p:sp>
      <p:sp>
        <p:nvSpPr>
          <p:cNvPr id="356" name="Google Shape;356;p32"/>
          <p:cNvSpPr txBox="1"/>
          <p:nvPr/>
        </p:nvSpPr>
        <p:spPr>
          <a:xfrm>
            <a:off x="3268800" y="2237985"/>
            <a:ext cx="215244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r>
              <a:rPr lang="ro-RO" sz="1600"/>
              <a:t>Instanța unui fișier deschis</a:t>
            </a:r>
          </a:p>
        </p:txBody>
      </p:sp>
      <p:sp>
        <p:nvSpPr>
          <p:cNvPr id="358" name="Google Shape;358;p32"/>
          <p:cNvSpPr txBox="1"/>
          <p:nvPr/>
        </p:nvSpPr>
        <p:spPr>
          <a:xfrm>
            <a:off x="3895200" y="3336818"/>
            <a:ext cx="1139940" cy="3796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file</a:t>
            </a:r>
          </a:p>
        </p:txBody>
      </p:sp>
      <p:sp>
        <p:nvSpPr>
          <p:cNvPr id="360" name="Google Shape;360;p32"/>
          <p:cNvSpPr txBox="1"/>
          <p:nvPr/>
        </p:nvSpPr>
        <p:spPr>
          <a:xfrm>
            <a:off x="3895200" y="3729127"/>
            <a:ext cx="1139940" cy="1909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Pointer</a:t>
            </a:r>
          </a:p>
          <a:p>
            <a:pPr algn="ctr">
              <a:lnSpc>
                <a:spcPct val="111805"/>
              </a:lnSpc>
            </a:pPr>
            <a:endParaRPr lang="ro-RO" sz="16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utilizator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</a:p>
        </p:txBody>
      </p:sp>
      <p:sp>
        <p:nvSpPr>
          <p:cNvPr id="362" name="Google Shape;362;p32"/>
          <p:cNvSpPr txBox="1"/>
          <p:nvPr/>
        </p:nvSpPr>
        <p:spPr>
          <a:xfrm>
            <a:off x="6932138" y="3369938"/>
            <a:ext cx="1139940" cy="6017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inode</a:t>
            </a:r>
            <a:endParaRPr lang="ro-RO" sz="1633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6932138" y="3971657"/>
            <a:ext cx="1139940" cy="1667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dimensiune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uid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gid</a:t>
            </a:r>
          </a:p>
        </p:txBody>
      </p:sp>
      <p:sp>
        <p:nvSpPr>
          <p:cNvPr id="365" name="Google Shape;365;p32"/>
          <p:cNvSpPr txBox="1"/>
          <p:nvPr/>
        </p:nvSpPr>
        <p:spPr>
          <a:xfrm>
            <a:off x="780458" y="2237985"/>
            <a:ext cx="1563278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deschis</a:t>
            </a:r>
          </a:p>
        </p:txBody>
      </p:sp>
      <p:sp>
        <p:nvSpPr>
          <p:cNvPr id="367" name="Google Shape;367;p32"/>
          <p:cNvSpPr txBox="1"/>
          <p:nvPr/>
        </p:nvSpPr>
        <p:spPr>
          <a:xfrm>
            <a:off x="687713" y="3321869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3395" y="3390075"/>
            <a:ext cx="1668038" cy="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7335" y="3839783"/>
            <a:ext cx="1668038" cy="10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45B86-C44B-554B-9F1E-3197EFD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93C7D-17EA-F54A-8DAD-08F8C8B1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3046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AB83-C0C3-1543-802F-66B28604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Duplicarea descriptorului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CC916-5BE4-754B-A2B5-F6500F232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duplicarea descriptorului de fișier către un alt descriptor</a:t>
            </a:r>
          </a:p>
          <a:p>
            <a:r>
              <a:rPr lang="ro-RO"/>
              <a:t>descriptorii vor funcționa pe aceelași fișier</a:t>
            </a:r>
          </a:p>
          <a:p>
            <a:endParaRPr lang="ro-RO"/>
          </a:p>
          <a:p>
            <a:r>
              <a:rPr lang="ro-RO" b="1"/>
              <a:t>POSIX</a:t>
            </a:r>
          </a:p>
          <a:p>
            <a:pPr marL="800100" lvl="2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newfd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dup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(oldfd);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dup2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(oldfd, newfd);</a:t>
            </a:r>
          </a:p>
          <a:p>
            <a:pPr marL="800100" lvl="2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>
                <a:solidFill>
                  <a:srgbClr val="000000"/>
                </a:solidFill>
                <a:latin typeface="Menlo" panose="020B0609030804020204" pitchFamily="49" charset="0"/>
              </a:rPr>
              <a:t>Windows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DuplicateHandle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SetStdHandle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69469-7E40-E34D-B018-607CDBD4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2158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245" y="2179328"/>
            <a:ext cx="17280" cy="374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078" y="1850693"/>
            <a:ext cx="17280" cy="40386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2"/>
          <p:cNvSpPr txBox="1"/>
          <p:nvPr/>
        </p:nvSpPr>
        <p:spPr>
          <a:xfrm>
            <a:off x="780458" y="1376840"/>
            <a:ext cx="1563278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ro-RO" sz="199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1995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lang="ro-RO" sz="199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5259351" y="1455368"/>
            <a:ext cx="1770660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space</a:t>
            </a:r>
          </a:p>
        </p:txBody>
      </p:sp>
      <p:sp>
        <p:nvSpPr>
          <p:cNvPr id="355" name="Google Shape;355;p32"/>
          <p:cNvSpPr txBox="1"/>
          <p:nvPr/>
        </p:nvSpPr>
        <p:spPr>
          <a:xfrm>
            <a:off x="6498818" y="2169595"/>
            <a:ext cx="177066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pe disc</a:t>
            </a:r>
          </a:p>
        </p:txBody>
      </p:sp>
      <p:sp>
        <p:nvSpPr>
          <p:cNvPr id="356" name="Google Shape;356;p32"/>
          <p:cNvSpPr txBox="1"/>
          <p:nvPr/>
        </p:nvSpPr>
        <p:spPr>
          <a:xfrm>
            <a:off x="3268800" y="2237985"/>
            <a:ext cx="215244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r>
              <a:rPr lang="ro-RO" sz="1600"/>
              <a:t>Instanța unui fișier deschis</a:t>
            </a:r>
          </a:p>
        </p:txBody>
      </p:sp>
      <p:sp>
        <p:nvSpPr>
          <p:cNvPr id="358" name="Google Shape;358;p32"/>
          <p:cNvSpPr txBox="1"/>
          <p:nvPr/>
        </p:nvSpPr>
        <p:spPr>
          <a:xfrm>
            <a:off x="3895200" y="3336818"/>
            <a:ext cx="1139940" cy="3796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file</a:t>
            </a:r>
          </a:p>
        </p:txBody>
      </p:sp>
      <p:sp>
        <p:nvSpPr>
          <p:cNvPr id="360" name="Google Shape;360;p32"/>
          <p:cNvSpPr txBox="1"/>
          <p:nvPr/>
        </p:nvSpPr>
        <p:spPr>
          <a:xfrm>
            <a:off x="3895200" y="3729127"/>
            <a:ext cx="1139940" cy="1909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Pointer</a:t>
            </a:r>
          </a:p>
          <a:p>
            <a:pPr algn="ctr">
              <a:lnSpc>
                <a:spcPct val="111805"/>
              </a:lnSpc>
            </a:pPr>
            <a:endParaRPr lang="ro-RO" sz="16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utilizator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</a:p>
        </p:txBody>
      </p:sp>
      <p:sp>
        <p:nvSpPr>
          <p:cNvPr id="365" name="Google Shape;365;p32"/>
          <p:cNvSpPr txBox="1"/>
          <p:nvPr/>
        </p:nvSpPr>
        <p:spPr>
          <a:xfrm>
            <a:off x="780458" y="2237985"/>
            <a:ext cx="1563278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deschis</a:t>
            </a:r>
          </a:p>
        </p:txBody>
      </p:sp>
      <p:sp>
        <p:nvSpPr>
          <p:cNvPr id="367" name="Google Shape;367;p32"/>
          <p:cNvSpPr txBox="1"/>
          <p:nvPr/>
        </p:nvSpPr>
        <p:spPr>
          <a:xfrm>
            <a:off x="687713" y="3321869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3395" y="3390075"/>
            <a:ext cx="1668038" cy="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7335" y="3839783"/>
            <a:ext cx="1668038" cy="10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45B86-C44B-554B-9F1E-3197EFD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93C7D-17EA-F54A-8DAD-08F8C8B1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  <p:sp>
        <p:nvSpPr>
          <p:cNvPr id="18" name="Google Shape;406;p34">
            <a:extLst>
              <a:ext uri="{FF2B5EF4-FFF2-40B4-BE49-F238E27FC236}">
                <a16:creationId xmlns:a16="http://schemas.microsoft.com/office/drawing/2014/main" id="{B6A64F1C-3DE1-744E-83FB-1DA0010FFDB1}"/>
              </a:ext>
            </a:extLst>
          </p:cNvPr>
          <p:cNvSpPr txBox="1"/>
          <p:nvPr/>
        </p:nvSpPr>
        <p:spPr>
          <a:xfrm>
            <a:off x="914400" y="3931898"/>
            <a:ext cx="912803" cy="45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r>
              <a:rPr lang="en-US" sz="2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dup()</a:t>
            </a:r>
            <a:endParaRPr sz="23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67;p32">
            <a:extLst>
              <a:ext uri="{FF2B5EF4-FFF2-40B4-BE49-F238E27FC236}">
                <a16:creationId xmlns:a16="http://schemas.microsoft.com/office/drawing/2014/main" id="{68084423-8556-0548-96B1-C9460F8C2391}"/>
              </a:ext>
            </a:extLst>
          </p:cNvPr>
          <p:cNvSpPr txBox="1"/>
          <p:nvPr/>
        </p:nvSpPr>
        <p:spPr>
          <a:xfrm>
            <a:off x="704110" y="4610016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fr-FR" sz="16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  <a:endParaRPr lang="fr-FR" sz="16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368;p32">
            <a:extLst>
              <a:ext uri="{FF2B5EF4-FFF2-40B4-BE49-F238E27FC236}">
                <a16:creationId xmlns:a16="http://schemas.microsoft.com/office/drawing/2014/main" id="{D0646151-F7B7-5441-8C79-43250F89B35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9547107">
            <a:off x="1961646" y="4194739"/>
            <a:ext cx="2087090" cy="9626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362;p32">
            <a:extLst>
              <a:ext uri="{FF2B5EF4-FFF2-40B4-BE49-F238E27FC236}">
                <a16:creationId xmlns:a16="http://schemas.microsoft.com/office/drawing/2014/main" id="{04E310C3-6E9F-2F4B-87A2-792BED01DB17}"/>
              </a:ext>
            </a:extLst>
          </p:cNvPr>
          <p:cNvSpPr txBox="1"/>
          <p:nvPr/>
        </p:nvSpPr>
        <p:spPr>
          <a:xfrm>
            <a:off x="6932138" y="3369938"/>
            <a:ext cx="1139940" cy="6017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inode</a:t>
            </a:r>
            <a:endParaRPr lang="ro-RO" sz="1633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364;p32">
            <a:extLst>
              <a:ext uri="{FF2B5EF4-FFF2-40B4-BE49-F238E27FC236}">
                <a16:creationId xmlns:a16="http://schemas.microsoft.com/office/drawing/2014/main" id="{E1EA26DF-43BA-8B46-8961-F21CED2690F5}"/>
              </a:ext>
            </a:extLst>
          </p:cNvPr>
          <p:cNvSpPr txBox="1"/>
          <p:nvPr/>
        </p:nvSpPr>
        <p:spPr>
          <a:xfrm>
            <a:off x="6932138" y="3971657"/>
            <a:ext cx="1139940" cy="1667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dimensiune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uid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gid</a:t>
            </a:r>
          </a:p>
        </p:txBody>
      </p:sp>
    </p:spTree>
    <p:extLst>
      <p:ext uri="{BB962C8B-B14F-4D97-AF65-F5344CB8AC3E}">
        <p14:creationId xmlns:p14="http://schemas.microsoft.com/office/powerpoint/2010/main" val="114024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245" y="2179328"/>
            <a:ext cx="17280" cy="374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078" y="1850693"/>
            <a:ext cx="17280" cy="403868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3672154" y="2525468"/>
            <a:ext cx="1139940" cy="3796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file</a:t>
            </a:r>
          </a:p>
        </p:txBody>
      </p:sp>
      <p:sp>
        <p:nvSpPr>
          <p:cNvPr id="360" name="Google Shape;360;p32"/>
          <p:cNvSpPr txBox="1"/>
          <p:nvPr/>
        </p:nvSpPr>
        <p:spPr>
          <a:xfrm>
            <a:off x="3672154" y="2917777"/>
            <a:ext cx="1139940" cy="1739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Pointer</a:t>
            </a:r>
          </a:p>
          <a:p>
            <a:pPr algn="ctr">
              <a:lnSpc>
                <a:spcPct val="111805"/>
              </a:lnSpc>
            </a:pPr>
            <a:endParaRPr lang="ro-RO" sz="16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utilizator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</a:p>
        </p:txBody>
      </p:sp>
      <p:sp>
        <p:nvSpPr>
          <p:cNvPr id="367" name="Google Shape;367;p32"/>
          <p:cNvSpPr txBox="1"/>
          <p:nvPr/>
        </p:nvSpPr>
        <p:spPr>
          <a:xfrm>
            <a:off x="687713" y="3321869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0049551">
            <a:off x="2018059" y="3134724"/>
            <a:ext cx="1668038" cy="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45399">
            <a:off x="5072459" y="3247451"/>
            <a:ext cx="1668038" cy="10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45B86-C44B-554B-9F1E-3197EFD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date</a:t>
            </a:r>
          </a:p>
        </p:txBody>
      </p:sp>
      <p:sp>
        <p:nvSpPr>
          <p:cNvPr id="20" name="Google Shape;367;p32">
            <a:extLst>
              <a:ext uri="{FF2B5EF4-FFF2-40B4-BE49-F238E27FC236}">
                <a16:creationId xmlns:a16="http://schemas.microsoft.com/office/drawing/2014/main" id="{98714FD6-98B3-294C-8CE5-2F0E1FE1A5A8}"/>
              </a:ext>
            </a:extLst>
          </p:cNvPr>
          <p:cNvSpPr txBox="1"/>
          <p:nvPr/>
        </p:nvSpPr>
        <p:spPr>
          <a:xfrm>
            <a:off x="694774" y="4051654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</a:p>
        </p:txBody>
      </p:sp>
      <p:pic>
        <p:nvPicPr>
          <p:cNvPr id="21" name="Google Shape;368;p32">
            <a:extLst>
              <a:ext uri="{FF2B5EF4-FFF2-40B4-BE49-F238E27FC236}">
                <a16:creationId xmlns:a16="http://schemas.microsoft.com/office/drawing/2014/main" id="{0F1CF96E-E169-C149-8C09-F49B0BB597D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9235071">
            <a:off x="1949849" y="3553796"/>
            <a:ext cx="1793219" cy="1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367;p32">
            <a:extLst>
              <a:ext uri="{FF2B5EF4-FFF2-40B4-BE49-F238E27FC236}">
                <a16:creationId xmlns:a16="http://schemas.microsoft.com/office/drawing/2014/main" id="{93C48C56-1192-C24C-B3BF-EE6B14510A13}"/>
              </a:ext>
            </a:extLst>
          </p:cNvPr>
          <p:cNvSpPr txBox="1"/>
          <p:nvPr/>
        </p:nvSpPr>
        <p:spPr>
          <a:xfrm>
            <a:off x="745436" y="5335652"/>
            <a:ext cx="1347300" cy="37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</a:p>
        </p:txBody>
      </p:sp>
      <p:sp>
        <p:nvSpPr>
          <p:cNvPr id="24" name="Google Shape;406;p34">
            <a:extLst>
              <a:ext uri="{FF2B5EF4-FFF2-40B4-BE49-F238E27FC236}">
                <a16:creationId xmlns:a16="http://schemas.microsoft.com/office/drawing/2014/main" id="{69F4DA5D-91C6-6F4E-A6A2-2F21AAC2E1C3}"/>
              </a:ext>
            </a:extLst>
          </p:cNvPr>
          <p:cNvSpPr txBox="1"/>
          <p:nvPr/>
        </p:nvSpPr>
        <p:spPr>
          <a:xfrm>
            <a:off x="898965" y="4605867"/>
            <a:ext cx="976478" cy="45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r>
              <a:rPr lang="ro-RO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open()</a:t>
            </a:r>
          </a:p>
        </p:txBody>
      </p:sp>
      <p:sp>
        <p:nvSpPr>
          <p:cNvPr id="25" name="Google Shape;358;p32">
            <a:extLst>
              <a:ext uri="{FF2B5EF4-FFF2-40B4-BE49-F238E27FC236}">
                <a16:creationId xmlns:a16="http://schemas.microsoft.com/office/drawing/2014/main" id="{0779CBED-6D01-C44D-9746-5351C0882D48}"/>
              </a:ext>
            </a:extLst>
          </p:cNvPr>
          <p:cNvSpPr txBox="1"/>
          <p:nvPr/>
        </p:nvSpPr>
        <p:spPr>
          <a:xfrm>
            <a:off x="3686097" y="4764897"/>
            <a:ext cx="1139940" cy="3796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file</a:t>
            </a:r>
          </a:p>
        </p:txBody>
      </p:sp>
      <p:sp>
        <p:nvSpPr>
          <p:cNvPr id="26" name="Google Shape;360;p32">
            <a:extLst>
              <a:ext uri="{FF2B5EF4-FFF2-40B4-BE49-F238E27FC236}">
                <a16:creationId xmlns:a16="http://schemas.microsoft.com/office/drawing/2014/main" id="{66ABFCF5-077B-384F-82F2-2D31AC551C4D}"/>
              </a:ext>
            </a:extLst>
          </p:cNvPr>
          <p:cNvSpPr txBox="1"/>
          <p:nvPr/>
        </p:nvSpPr>
        <p:spPr>
          <a:xfrm>
            <a:off x="3686097" y="5157206"/>
            <a:ext cx="1139940" cy="1667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Pointer</a:t>
            </a:r>
          </a:p>
          <a:p>
            <a:pPr algn="ctr">
              <a:lnSpc>
                <a:spcPct val="111805"/>
              </a:lnSpc>
            </a:pPr>
            <a:endParaRPr lang="ro-RO" sz="16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utilizator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</a:p>
        </p:txBody>
      </p:sp>
      <p:pic>
        <p:nvPicPr>
          <p:cNvPr id="27" name="Google Shape;368;p32">
            <a:extLst>
              <a:ext uri="{FF2B5EF4-FFF2-40B4-BE49-F238E27FC236}">
                <a16:creationId xmlns:a16="http://schemas.microsoft.com/office/drawing/2014/main" id="{B4AD4EFA-2195-2248-A57E-51DCDFC2BDF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0049551">
            <a:off x="2018379" y="5243187"/>
            <a:ext cx="1668038" cy="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69;p32">
            <a:extLst>
              <a:ext uri="{FF2B5EF4-FFF2-40B4-BE49-F238E27FC236}">
                <a16:creationId xmlns:a16="http://schemas.microsoft.com/office/drawing/2014/main" id="{C80BE6BC-E314-224E-A2AB-28BC3D167AD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45399">
            <a:off x="5014721" y="4274817"/>
            <a:ext cx="1668038" cy="10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2A7853-2EE8-4340-9B0C-0FCD3325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  <p:sp>
        <p:nvSpPr>
          <p:cNvPr id="34" name="Google Shape;353;p32">
            <a:extLst>
              <a:ext uri="{FF2B5EF4-FFF2-40B4-BE49-F238E27FC236}">
                <a16:creationId xmlns:a16="http://schemas.microsoft.com/office/drawing/2014/main" id="{0EA4E023-620B-C946-83D7-BE2D4778B909}"/>
              </a:ext>
            </a:extLst>
          </p:cNvPr>
          <p:cNvSpPr txBox="1"/>
          <p:nvPr/>
        </p:nvSpPr>
        <p:spPr>
          <a:xfrm>
            <a:off x="780458" y="1376840"/>
            <a:ext cx="1563278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space</a:t>
            </a:r>
          </a:p>
        </p:txBody>
      </p:sp>
      <p:sp>
        <p:nvSpPr>
          <p:cNvPr id="35" name="Google Shape;354;p32">
            <a:extLst>
              <a:ext uri="{FF2B5EF4-FFF2-40B4-BE49-F238E27FC236}">
                <a16:creationId xmlns:a16="http://schemas.microsoft.com/office/drawing/2014/main" id="{F808423E-A027-8F43-845E-E26A792F750E}"/>
              </a:ext>
            </a:extLst>
          </p:cNvPr>
          <p:cNvSpPr txBox="1"/>
          <p:nvPr/>
        </p:nvSpPr>
        <p:spPr>
          <a:xfrm>
            <a:off x="5259351" y="1455368"/>
            <a:ext cx="1770660" cy="33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363"/>
              </a:lnSpc>
            </a:pPr>
            <a:r>
              <a:rPr lang="ro-RO" sz="199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space</a:t>
            </a:r>
          </a:p>
        </p:txBody>
      </p:sp>
      <p:sp>
        <p:nvSpPr>
          <p:cNvPr id="36" name="Google Shape;355;p32">
            <a:extLst>
              <a:ext uri="{FF2B5EF4-FFF2-40B4-BE49-F238E27FC236}">
                <a16:creationId xmlns:a16="http://schemas.microsoft.com/office/drawing/2014/main" id="{21587AD1-23FD-894A-AAC2-2E955CC8FA89}"/>
              </a:ext>
            </a:extLst>
          </p:cNvPr>
          <p:cNvSpPr txBox="1"/>
          <p:nvPr/>
        </p:nvSpPr>
        <p:spPr>
          <a:xfrm>
            <a:off x="6498818" y="2169595"/>
            <a:ext cx="177066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pe disc</a:t>
            </a:r>
          </a:p>
        </p:txBody>
      </p:sp>
      <p:sp>
        <p:nvSpPr>
          <p:cNvPr id="37" name="Google Shape;356;p32">
            <a:extLst>
              <a:ext uri="{FF2B5EF4-FFF2-40B4-BE49-F238E27FC236}">
                <a16:creationId xmlns:a16="http://schemas.microsoft.com/office/drawing/2014/main" id="{569128CF-5B66-7948-8797-61E6033BEB8B}"/>
              </a:ext>
            </a:extLst>
          </p:cNvPr>
          <p:cNvSpPr txBox="1"/>
          <p:nvPr/>
        </p:nvSpPr>
        <p:spPr>
          <a:xfrm>
            <a:off x="3268800" y="2237985"/>
            <a:ext cx="2152440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r>
              <a:rPr lang="ro-RO" sz="1600"/>
              <a:t>Instanța unui fișier deschis</a:t>
            </a:r>
          </a:p>
        </p:txBody>
      </p:sp>
      <p:sp>
        <p:nvSpPr>
          <p:cNvPr id="38" name="Google Shape;365;p32">
            <a:extLst>
              <a:ext uri="{FF2B5EF4-FFF2-40B4-BE49-F238E27FC236}">
                <a16:creationId xmlns:a16="http://schemas.microsoft.com/office/drawing/2014/main" id="{0D2334BA-8111-9B47-9D6D-DF7B4D892AA2}"/>
              </a:ext>
            </a:extLst>
          </p:cNvPr>
          <p:cNvSpPr txBox="1"/>
          <p:nvPr/>
        </p:nvSpPr>
        <p:spPr>
          <a:xfrm>
            <a:off x="780458" y="2237985"/>
            <a:ext cx="1563278" cy="28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Fișier deschis</a:t>
            </a:r>
          </a:p>
        </p:txBody>
      </p:sp>
      <p:sp>
        <p:nvSpPr>
          <p:cNvPr id="39" name="Google Shape;362;p32">
            <a:extLst>
              <a:ext uri="{FF2B5EF4-FFF2-40B4-BE49-F238E27FC236}">
                <a16:creationId xmlns:a16="http://schemas.microsoft.com/office/drawing/2014/main" id="{C1E6E838-C836-A246-A3B6-EF52B003DC7A}"/>
              </a:ext>
            </a:extLst>
          </p:cNvPr>
          <p:cNvSpPr txBox="1"/>
          <p:nvPr/>
        </p:nvSpPr>
        <p:spPr>
          <a:xfrm>
            <a:off x="6932138" y="3369938"/>
            <a:ext cx="1139940" cy="6017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 inode</a:t>
            </a:r>
            <a:endParaRPr lang="ro-RO" sz="1633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64;p32">
            <a:extLst>
              <a:ext uri="{FF2B5EF4-FFF2-40B4-BE49-F238E27FC236}">
                <a16:creationId xmlns:a16="http://schemas.microsoft.com/office/drawing/2014/main" id="{A849A77C-2E0E-AE42-8F02-65E3FAA8316B}"/>
              </a:ext>
            </a:extLst>
          </p:cNvPr>
          <p:cNvSpPr txBox="1"/>
          <p:nvPr/>
        </p:nvSpPr>
        <p:spPr>
          <a:xfrm>
            <a:off x="6932138" y="3971657"/>
            <a:ext cx="1139940" cy="1667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drepturi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dimensiune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uid</a:t>
            </a:r>
          </a:p>
          <a:p>
            <a:pPr algn="ctr">
              <a:lnSpc>
                <a:spcPct val="111805"/>
              </a:lnSpc>
            </a:pPr>
            <a:r>
              <a:rPr lang="ro-RO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gid</a:t>
            </a:r>
          </a:p>
        </p:txBody>
      </p:sp>
    </p:spTree>
    <p:extLst>
      <p:ext uri="{BB962C8B-B14F-4D97-AF65-F5344CB8AC3E}">
        <p14:creationId xmlns:p14="http://schemas.microsoft.com/office/powerpoint/2010/main" val="1168609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2192-DB68-3B48-A58D-36F962D3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Trunchiere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DCF0E-7668-7D4E-B230-43109E063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ștergerea conținutului</a:t>
            </a:r>
          </a:p>
          <a:p>
            <a:r>
              <a:rPr lang="ro-RO" dirty="0"/>
              <a:t>cursorul de fișier este poziționat la </a:t>
            </a:r>
            <a:r>
              <a:rPr lang="ro-RO" i="1" dirty="0" err="1"/>
              <a:t>size</a:t>
            </a:r>
            <a:endParaRPr lang="ro-RO" i="1" dirty="0"/>
          </a:p>
          <a:p>
            <a:endParaRPr lang="ro-RO" dirty="0"/>
          </a:p>
          <a:p>
            <a:r>
              <a:rPr lang="ro-RO" dirty="0"/>
              <a:t>un fișier poate fi deschis și trunchiat</a:t>
            </a:r>
          </a:p>
          <a:p>
            <a:pPr marL="800100" lvl="2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is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0</a:t>
            </a: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800100" lvl="2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dirty="0" err="1">
                <a:solidFill>
                  <a:srgbClr val="A31515"/>
                </a:solidFill>
                <a:latin typeface="Menlo" panose="020B0609030804020204" pitchFamily="49" charset="0"/>
              </a:rPr>
              <a:t>path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dirty="0" err="1">
                <a:solidFill>
                  <a:srgbClr val="A31515"/>
                </a:solidFill>
                <a:latin typeface="Menlo" panose="020B0609030804020204" pitchFamily="49" charset="0"/>
              </a:rPr>
              <a:t>to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/file"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O_RDWR | O_TRUNC);</a:t>
            </a:r>
          </a:p>
          <a:p>
            <a:endParaRPr lang="ro-RO" dirty="0"/>
          </a:p>
          <a:p>
            <a:r>
              <a:rPr lang="ro-RO" dirty="0"/>
              <a:t>un fișier poate fi trunchiat fără a fi deschis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800100" lvl="2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truncate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dirty="0" err="1">
                <a:solidFill>
                  <a:srgbClr val="A31515"/>
                </a:solidFill>
                <a:latin typeface="Menlo" panose="020B0609030804020204" pitchFamily="49" charset="0"/>
              </a:rPr>
              <a:t>path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dirty="0" err="1">
                <a:solidFill>
                  <a:srgbClr val="A31515"/>
                </a:solidFill>
                <a:latin typeface="Menlo" panose="020B0609030804020204" pitchFamily="49" charset="0"/>
              </a:rPr>
              <a:t>to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/file"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ro-RO" dirty="0"/>
          </a:p>
          <a:p>
            <a:r>
              <a:rPr lang="ro-RO" dirty="0"/>
              <a:t>un fișier poate fi trunchiat după deschidere</a:t>
            </a:r>
          </a:p>
          <a:p>
            <a:pPr marL="800100" lvl="2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ftruncate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size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800100" lvl="2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SetEndOfFile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hFile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Windows 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44C52B-7EFD-5545-B8D2-49684359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4682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C382-8023-3E45-881A-30F646B6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Inchidere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4B75-1B6F-B04B-A1EE-340E5B5F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se șterge intrarea din tabela de descriptori</a:t>
            </a:r>
          </a:p>
          <a:p>
            <a:endParaRPr lang="ro-RO"/>
          </a:p>
          <a:p>
            <a:r>
              <a:rPr lang="ro-RO" b="1"/>
              <a:t>ISO C</a:t>
            </a:r>
          </a:p>
          <a:p>
            <a:pPr marL="457200" lvl="1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fclose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(f);</a:t>
            </a:r>
          </a:p>
          <a:p>
            <a:pPr marL="457200" lvl="1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/>
              <a:t>POSIX</a:t>
            </a:r>
          </a:p>
          <a:p>
            <a:pPr marL="457200" lvl="1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(fd);</a:t>
            </a:r>
          </a:p>
          <a:p>
            <a:pPr marL="457200" lvl="1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/>
              <a:t>Windows</a:t>
            </a:r>
          </a:p>
          <a:p>
            <a:pPr marL="457200" lvl="1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CloseHandle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(fHandle);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618B3-5FA0-1941-A28D-F97D880C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7603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AE5C-3488-1941-9567-759F783D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– citirea unui fișier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8650E-49FD-B84D-999B-FC3E60D44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76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() {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f = </a:t>
            </a:r>
            <a:r>
              <a:rPr lang="ro-RO" sz="1400" dirty="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data.bin</a:t>
            </a:r>
            <a:r>
              <a:rPr lang="ro-RO" sz="1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, O_RDONLY);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4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(f &gt;= </a:t>
            </a:r>
            <a:r>
              <a:rPr lang="ro-RO" sz="14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400" dirty="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b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4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(part = </a:t>
            </a:r>
            <a:r>
              <a:rPr lang="ro-RO" sz="14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; part &lt; PARTS; part++) {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    </a:t>
            </a:r>
            <a:r>
              <a:rPr lang="ro-RO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bytes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read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(f, </a:t>
            </a:r>
            <a:r>
              <a:rPr lang="ro-RO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temp_buffer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, BUFFER_SIZE);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    </a:t>
            </a:r>
            <a:r>
              <a:rPr lang="ro-RO" sz="14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bytes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ro-RO" sz="14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        </a:t>
            </a:r>
            <a:r>
              <a:rPr lang="ro-RO" sz="1400" dirty="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ro-RO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    }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(f);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400" dirty="0" err="1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o-RO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400" dirty="0">
                <a:solidFill>
                  <a:srgbClr val="A31515"/>
                </a:solidFill>
                <a:latin typeface="Menlo" panose="020B0609030804020204" pitchFamily="49" charset="0"/>
              </a:rPr>
              <a:t>"open"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400" dirty="0" err="1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4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12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69799-B5DD-E24D-8847-2ECB9165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2541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8097-0420-854F-AD28-6A6FA2B5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Accesul simultan la un fișier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EE3A4-541E-2B4C-BBDA-2980F813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Citiri multiple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fiecare citire este independentă (fiecare instanță are un cursor de fișier cu valoare diferită)</a:t>
            </a:r>
          </a:p>
          <a:p>
            <a:r>
              <a:rPr lang="ro-RO"/>
              <a:t>Mai multe citiri și o scriere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nu este foarte clar ce date vor fi citite</a:t>
            </a:r>
          </a:p>
          <a:p>
            <a:r>
              <a:rPr lang="ro-RO"/>
              <a:t>Mai multe scrieri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nu este clară ordinea în care vor fi scrise datele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9A99E-521A-AE45-908F-B04659C6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2488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8097-0420-854F-AD28-6A6FA2B5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ro-RO"/>
              <a:t>Accesul simultan la un descriptor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EE3A4-541E-2B4C-BBDA-2980F813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kernel-ul are o singură structură da date pentru descriptor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un singur cursor de fișier</a:t>
            </a:r>
          </a:p>
          <a:p>
            <a:r>
              <a:rPr lang="ro-RO"/>
              <a:t>acțiunile sunt serializate 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rezultatul acțiunilor este coerent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nu este cunoscută ordinea în care se execută acțiunile</a:t>
            </a:r>
          </a:p>
          <a:p>
            <a:pPr lvl="1"/>
            <a:endParaRPr lang="ro-RO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9A99E-521A-AE45-908F-B04659C6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7861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5A8E-6D32-524C-839C-15538AEF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Ștergere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E48D-6DB8-D345-887C-3F598DAB3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/>
              <a:t>ștergerea unui fișier din sistemul de fișiere</a:t>
            </a:r>
          </a:p>
          <a:p>
            <a:endParaRPr lang="ro-RO"/>
          </a:p>
          <a:p>
            <a:r>
              <a:rPr lang="ro-RO" b="1"/>
              <a:t>shell</a:t>
            </a:r>
          </a:p>
          <a:p>
            <a:pPr marL="0" indent="0">
              <a:buNone/>
            </a:pPr>
            <a:r>
              <a:rPr lang="ro-RO"/>
              <a:t>        rm file.txt</a:t>
            </a:r>
          </a:p>
          <a:p>
            <a:pPr marL="0" indent="0">
              <a:buNone/>
            </a:pPr>
            <a:endParaRPr lang="ro-RO"/>
          </a:p>
          <a:p>
            <a:r>
              <a:rPr lang="ro-RO" b="1"/>
              <a:t>ISO/C</a:t>
            </a:r>
          </a:p>
          <a:p>
            <a:pPr marL="0" indent="0">
              <a:buNone/>
            </a:pPr>
            <a:r>
              <a:rPr lang="ro-RO"/>
              <a:t>       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 remove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"file.txt"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/>
          </a:p>
          <a:p>
            <a:r>
              <a:rPr lang="ro-RO" b="1"/>
              <a:t>POSIX</a:t>
            </a:r>
          </a:p>
          <a:p>
            <a:pPr marL="0" indent="0">
              <a:buNone/>
            </a:pPr>
            <a:r>
              <a:rPr lang="ro-RO"/>
              <a:t>       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 unlink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"file.txt"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b="1"/>
              <a:t>Windows</a:t>
            </a:r>
          </a:p>
          <a:p>
            <a:pPr marL="0" indent="0">
              <a:buNone/>
            </a:pPr>
            <a:r>
              <a:rPr lang="ro-RO"/>
              <a:t>       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DeleteFile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"file.txt"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107EE-2A4F-1B4D-86F5-81184375B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2242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D370-9286-CE48-99E3-93AEE5A3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Redirectare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33FF-3A0A-484D-BBFE-F8CBD21A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b="1"/>
              <a:t>shell</a:t>
            </a:r>
          </a:p>
          <a:p>
            <a:pPr marL="0" indent="0">
              <a:buNone/>
            </a:pPr>
            <a:r>
              <a:rPr lang="ro-RO"/>
              <a:t>        echo “message” &gt; file_out.txt</a:t>
            </a:r>
          </a:p>
          <a:p>
            <a:pPr marL="0" indent="0">
              <a:buNone/>
            </a:pPr>
            <a:r>
              <a:rPr lang="ro-RO"/>
              <a:t>        grep “word” &lt; file_in.txt</a:t>
            </a:r>
          </a:p>
          <a:p>
            <a:pPr marL="0" indent="0">
              <a:buNone/>
            </a:pPr>
            <a:endParaRPr lang="ro-RO"/>
          </a:p>
          <a:p>
            <a:r>
              <a:rPr lang="ro-RO" b="1"/>
              <a:t>POSIX</a:t>
            </a:r>
          </a:p>
          <a:p>
            <a:pPr marL="800100" lvl="2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fd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"file_out"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dup2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(fd,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(fd);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A1A4-D9BE-0842-9B3A-B6BA592E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4FDB72E-16D4-A447-9C77-C158344DC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581400"/>
            <a:ext cx="2819400" cy="196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56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3920" y="26517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3920" y="21945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120" y="26517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120" y="21945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60" y="26517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60" y="21945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0" y="26517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0" y="2194560"/>
            <a:ext cx="540585" cy="38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63" y="2049615"/>
            <a:ext cx="846968" cy="23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1385" y="2049615"/>
            <a:ext cx="846968" cy="23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1788" y="2040953"/>
            <a:ext cx="864270" cy="23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4053" y="2040953"/>
            <a:ext cx="846968" cy="23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263" y="225715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263" y="2490660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8263" y="271552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8263" y="2949008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01385" y="225715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01385" y="2490660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01385" y="271552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01385" y="2949008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99068" y="225715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699068" y="2490660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699068" y="271552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699068" y="2949008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531333" y="225715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075833" y="2335005"/>
            <a:ext cx="622260" cy="311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531333" y="2490660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531333" y="271552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531333" y="2949008"/>
            <a:ext cx="838328" cy="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1"/>
          <p:cNvSpPr txBox="1"/>
          <p:nvPr/>
        </p:nvSpPr>
        <p:spPr>
          <a:xfrm>
            <a:off x="352564" y="2740854"/>
            <a:ext cx="526478" cy="2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458"/>
              </a:lnSpc>
            </a:pPr>
            <a:r>
              <a:rPr lang="ro-RO" sz="10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</a:p>
        </p:txBody>
      </p:sp>
      <p:pic>
        <p:nvPicPr>
          <p:cNvPr id="523" name="Google Shape;523;p4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00043" y="2343645"/>
            <a:ext cx="630900" cy="7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813" y="2202525"/>
            <a:ext cx="540585" cy="388148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1"/>
          <p:cNvSpPr txBox="1"/>
          <p:nvPr/>
        </p:nvSpPr>
        <p:spPr>
          <a:xfrm>
            <a:off x="1371599" y="2285978"/>
            <a:ext cx="482041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stdout</a:t>
            </a:r>
          </a:p>
        </p:txBody>
      </p:sp>
      <p:pic>
        <p:nvPicPr>
          <p:cNvPr id="526" name="Google Shape;526;p4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463165" y="2343645"/>
            <a:ext cx="630900" cy="7782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 txBox="1"/>
          <p:nvPr/>
        </p:nvSpPr>
        <p:spPr>
          <a:xfrm>
            <a:off x="3200400" y="2285978"/>
            <a:ext cx="436186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stdout</a:t>
            </a:r>
          </a:p>
        </p:txBody>
      </p:sp>
      <p:pic>
        <p:nvPicPr>
          <p:cNvPr id="528" name="Google Shape;528;p4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463165" y="2801993"/>
            <a:ext cx="630900" cy="7782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1"/>
          <p:cNvSpPr txBox="1"/>
          <p:nvPr/>
        </p:nvSpPr>
        <p:spPr>
          <a:xfrm>
            <a:off x="3200400" y="2743200"/>
            <a:ext cx="445680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file.txt</a:t>
            </a:r>
          </a:p>
        </p:txBody>
      </p:sp>
      <p:sp>
        <p:nvSpPr>
          <p:cNvPr id="530" name="Google Shape;530;p41"/>
          <p:cNvSpPr txBox="1"/>
          <p:nvPr/>
        </p:nvSpPr>
        <p:spPr>
          <a:xfrm>
            <a:off x="5029200" y="2285978"/>
            <a:ext cx="407070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stdout</a:t>
            </a:r>
          </a:p>
        </p:txBody>
      </p:sp>
      <p:pic>
        <p:nvPicPr>
          <p:cNvPr id="531" name="Google Shape;531;p4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286790" y="2801993"/>
            <a:ext cx="630900" cy="77828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1"/>
          <p:cNvSpPr txBox="1"/>
          <p:nvPr/>
        </p:nvSpPr>
        <p:spPr>
          <a:xfrm>
            <a:off x="5029199" y="2743200"/>
            <a:ext cx="399083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file.txt</a:t>
            </a:r>
          </a:p>
        </p:txBody>
      </p:sp>
      <p:sp>
        <p:nvSpPr>
          <p:cNvPr id="533" name="Google Shape;533;p41"/>
          <p:cNvSpPr txBox="1"/>
          <p:nvPr/>
        </p:nvSpPr>
        <p:spPr>
          <a:xfrm>
            <a:off x="6766560" y="2285978"/>
            <a:ext cx="402368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stdout</a:t>
            </a:r>
          </a:p>
        </p:txBody>
      </p:sp>
      <p:pic>
        <p:nvPicPr>
          <p:cNvPr id="534" name="Google Shape;534;p4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049890" y="2801993"/>
            <a:ext cx="630900" cy="7782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1"/>
          <p:cNvSpPr txBox="1"/>
          <p:nvPr/>
        </p:nvSpPr>
        <p:spPr>
          <a:xfrm>
            <a:off x="3878563" y="2305774"/>
            <a:ext cx="526478" cy="2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458"/>
              </a:lnSpc>
            </a:pPr>
            <a:r>
              <a:rPr lang="ro-RO" sz="10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</a:p>
        </p:txBody>
      </p:sp>
      <p:sp>
        <p:nvSpPr>
          <p:cNvPr id="536" name="Google Shape;536;p41"/>
          <p:cNvSpPr txBox="1"/>
          <p:nvPr/>
        </p:nvSpPr>
        <p:spPr>
          <a:xfrm>
            <a:off x="6766560" y="2743200"/>
            <a:ext cx="402368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file.txt</a:t>
            </a:r>
          </a:p>
        </p:txBody>
      </p:sp>
      <p:pic>
        <p:nvPicPr>
          <p:cNvPr id="537" name="Google Shape;537;p4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277153" y="2040953"/>
            <a:ext cx="846968" cy="23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1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294455" y="225715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1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7838933" y="2335005"/>
            <a:ext cx="630900" cy="311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1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7294455" y="2490660"/>
            <a:ext cx="838328" cy="1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1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7294455" y="2715525"/>
            <a:ext cx="838328" cy="2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1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7294455" y="2949008"/>
            <a:ext cx="838328" cy="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1"/>
          <p:cNvSpPr txBox="1"/>
          <p:nvPr/>
        </p:nvSpPr>
        <p:spPr>
          <a:xfrm>
            <a:off x="8595359" y="2285978"/>
            <a:ext cx="410377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stdout</a:t>
            </a:r>
          </a:p>
        </p:txBody>
      </p:sp>
      <p:sp>
        <p:nvSpPr>
          <p:cNvPr id="544" name="Google Shape;544;p41"/>
          <p:cNvSpPr txBox="1"/>
          <p:nvPr/>
        </p:nvSpPr>
        <p:spPr>
          <a:xfrm>
            <a:off x="7531526" y="2715502"/>
            <a:ext cx="526478" cy="2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>
              <a:lnSpc>
                <a:spcPct val="111458"/>
              </a:lnSpc>
            </a:pPr>
            <a:r>
              <a:rPr lang="ro-RO" sz="10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</a:p>
        </p:txBody>
      </p:sp>
      <p:sp>
        <p:nvSpPr>
          <p:cNvPr id="545" name="Google Shape;545;p41"/>
          <p:cNvSpPr txBox="1"/>
          <p:nvPr/>
        </p:nvSpPr>
        <p:spPr>
          <a:xfrm>
            <a:off x="8605440" y="2780910"/>
            <a:ext cx="400296" cy="36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ctr" anchorCtr="0">
            <a:noAutofit/>
          </a:bodyPr>
          <a:lstStyle/>
          <a:p>
            <a:pPr algn="ctr">
              <a:lnSpc>
                <a:spcPct val="111250"/>
              </a:lnSpc>
            </a:pPr>
            <a:r>
              <a:rPr lang="ro-RO" sz="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file.txt</a:t>
            </a:r>
          </a:p>
        </p:txBody>
      </p:sp>
      <p:sp>
        <p:nvSpPr>
          <p:cNvPr id="546" name="Google Shape;546;p41"/>
          <p:cNvSpPr txBox="1"/>
          <p:nvPr/>
        </p:nvSpPr>
        <p:spPr>
          <a:xfrm>
            <a:off x="704160" y="5270940"/>
            <a:ext cx="1355918" cy="26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 algn="ctr">
              <a:lnSpc>
                <a:spcPct val="111718"/>
              </a:lnSpc>
            </a:pPr>
            <a:r>
              <a:rPr lang="ro-RO" sz="14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open(“file.txt”)</a:t>
            </a:r>
          </a:p>
        </p:txBody>
      </p:sp>
      <p:sp>
        <p:nvSpPr>
          <p:cNvPr id="547" name="Google Shape;547;p41"/>
          <p:cNvSpPr txBox="1"/>
          <p:nvPr/>
        </p:nvSpPr>
        <p:spPr>
          <a:xfrm>
            <a:off x="2468160" y="5270940"/>
            <a:ext cx="1355918" cy="26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 algn="ctr">
              <a:lnSpc>
                <a:spcPct val="111718"/>
              </a:lnSpc>
            </a:pPr>
            <a:r>
              <a:rPr lang="ro-RO" sz="14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close(1);</a:t>
            </a:r>
          </a:p>
        </p:txBody>
      </p:sp>
      <p:sp>
        <p:nvSpPr>
          <p:cNvPr id="548" name="Google Shape;548;p41"/>
          <p:cNvSpPr txBox="1"/>
          <p:nvPr/>
        </p:nvSpPr>
        <p:spPr>
          <a:xfrm>
            <a:off x="4361738" y="5270940"/>
            <a:ext cx="1355918" cy="26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 algn="ctr">
              <a:lnSpc>
                <a:spcPct val="111718"/>
              </a:lnSpc>
            </a:pPr>
            <a:r>
              <a:rPr lang="ro-RO" sz="14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dup2(fd, 1)</a:t>
            </a:r>
          </a:p>
        </p:txBody>
      </p:sp>
      <p:sp>
        <p:nvSpPr>
          <p:cNvPr id="549" name="Google Shape;549;p41"/>
          <p:cNvSpPr txBox="1"/>
          <p:nvPr/>
        </p:nvSpPr>
        <p:spPr>
          <a:xfrm>
            <a:off x="6256778" y="5270940"/>
            <a:ext cx="1355918" cy="26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" tIns="34290" rIns="34290" bIns="34290" anchor="t" anchorCtr="0">
            <a:noAutofit/>
          </a:bodyPr>
          <a:lstStyle/>
          <a:p>
            <a:pPr algn="ctr">
              <a:lnSpc>
                <a:spcPct val="111718"/>
              </a:lnSpc>
            </a:pPr>
            <a:r>
              <a:rPr lang="ro-RO" sz="14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close(fd)</a:t>
            </a:r>
          </a:p>
        </p:txBody>
      </p:sp>
      <p:sp>
        <p:nvSpPr>
          <p:cNvPr id="550" name="Google Shape;550;p41"/>
          <p:cNvSpPr/>
          <p:nvPr/>
        </p:nvSpPr>
        <p:spPr>
          <a:xfrm>
            <a:off x="1011555" y="4486253"/>
            <a:ext cx="806603" cy="2369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5615"/>
                </a:moveTo>
                <a:lnTo>
                  <a:pt x="10427" y="5615"/>
                </a:lnTo>
                <a:cubicBezTo>
                  <a:pt x="10427" y="5615"/>
                  <a:pt x="10412" y="481"/>
                  <a:pt x="10427" y="435"/>
                </a:cubicBezTo>
                <a:cubicBezTo>
                  <a:pt x="10427" y="-550"/>
                  <a:pt x="11410" y="445"/>
                  <a:pt x="11410" y="445"/>
                </a:cubicBezTo>
                <a:lnTo>
                  <a:pt x="21600" y="10795"/>
                </a:lnTo>
                <a:cubicBezTo>
                  <a:pt x="21600" y="10795"/>
                  <a:pt x="11413" y="21119"/>
                  <a:pt x="11413" y="21141"/>
                </a:cubicBezTo>
                <a:cubicBezTo>
                  <a:pt x="10263" y="22165"/>
                  <a:pt x="10427" y="21155"/>
                  <a:pt x="10427" y="21155"/>
                </a:cubicBezTo>
                <a:lnTo>
                  <a:pt x="10427" y="15976"/>
                </a:lnTo>
                <a:lnTo>
                  <a:pt x="0" y="15976"/>
                </a:lnTo>
                <a:lnTo>
                  <a:pt x="0" y="5615"/>
                </a:lnTo>
                <a:close/>
              </a:path>
            </a:pathLst>
          </a:custGeom>
          <a:solidFill>
            <a:srgbClr val="9FC5E8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p41"/>
          <p:cNvSpPr/>
          <p:nvPr/>
        </p:nvSpPr>
        <p:spPr>
          <a:xfrm>
            <a:off x="2840355" y="4486253"/>
            <a:ext cx="806603" cy="2369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5615"/>
                </a:moveTo>
                <a:lnTo>
                  <a:pt x="10427" y="5615"/>
                </a:lnTo>
                <a:cubicBezTo>
                  <a:pt x="10427" y="5615"/>
                  <a:pt x="10412" y="481"/>
                  <a:pt x="10427" y="435"/>
                </a:cubicBezTo>
                <a:cubicBezTo>
                  <a:pt x="10427" y="-550"/>
                  <a:pt x="11410" y="445"/>
                  <a:pt x="11410" y="445"/>
                </a:cubicBezTo>
                <a:lnTo>
                  <a:pt x="21600" y="10795"/>
                </a:lnTo>
                <a:cubicBezTo>
                  <a:pt x="21600" y="10795"/>
                  <a:pt x="11413" y="21119"/>
                  <a:pt x="11413" y="21141"/>
                </a:cubicBezTo>
                <a:cubicBezTo>
                  <a:pt x="10263" y="22165"/>
                  <a:pt x="10427" y="21155"/>
                  <a:pt x="10427" y="21155"/>
                </a:cubicBezTo>
                <a:lnTo>
                  <a:pt x="10427" y="15976"/>
                </a:lnTo>
                <a:lnTo>
                  <a:pt x="0" y="15976"/>
                </a:lnTo>
                <a:lnTo>
                  <a:pt x="0" y="5615"/>
                </a:lnTo>
                <a:close/>
              </a:path>
            </a:pathLst>
          </a:custGeom>
          <a:solidFill>
            <a:srgbClr val="9FC5E8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41"/>
          <p:cNvSpPr/>
          <p:nvPr/>
        </p:nvSpPr>
        <p:spPr>
          <a:xfrm>
            <a:off x="4577715" y="4486253"/>
            <a:ext cx="806603" cy="2369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5615"/>
                </a:moveTo>
                <a:lnTo>
                  <a:pt x="10427" y="5615"/>
                </a:lnTo>
                <a:cubicBezTo>
                  <a:pt x="10427" y="5615"/>
                  <a:pt x="10412" y="481"/>
                  <a:pt x="10427" y="435"/>
                </a:cubicBezTo>
                <a:cubicBezTo>
                  <a:pt x="10427" y="-550"/>
                  <a:pt x="11410" y="445"/>
                  <a:pt x="11410" y="445"/>
                </a:cubicBezTo>
                <a:lnTo>
                  <a:pt x="21600" y="10795"/>
                </a:lnTo>
                <a:cubicBezTo>
                  <a:pt x="21600" y="10795"/>
                  <a:pt x="11413" y="21119"/>
                  <a:pt x="11413" y="21141"/>
                </a:cubicBezTo>
                <a:cubicBezTo>
                  <a:pt x="10263" y="22165"/>
                  <a:pt x="10427" y="21155"/>
                  <a:pt x="10427" y="21155"/>
                </a:cubicBezTo>
                <a:lnTo>
                  <a:pt x="10427" y="15976"/>
                </a:lnTo>
                <a:lnTo>
                  <a:pt x="0" y="15976"/>
                </a:lnTo>
                <a:lnTo>
                  <a:pt x="0" y="5615"/>
                </a:lnTo>
                <a:close/>
              </a:path>
            </a:pathLst>
          </a:custGeom>
          <a:solidFill>
            <a:srgbClr val="9FC5E8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41"/>
          <p:cNvSpPr/>
          <p:nvPr/>
        </p:nvSpPr>
        <p:spPr>
          <a:xfrm>
            <a:off x="6406515" y="4486253"/>
            <a:ext cx="806603" cy="2369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5615"/>
                </a:moveTo>
                <a:lnTo>
                  <a:pt x="10427" y="5615"/>
                </a:lnTo>
                <a:cubicBezTo>
                  <a:pt x="10427" y="5615"/>
                  <a:pt x="10412" y="481"/>
                  <a:pt x="10427" y="435"/>
                </a:cubicBezTo>
                <a:cubicBezTo>
                  <a:pt x="10427" y="-550"/>
                  <a:pt x="11410" y="445"/>
                  <a:pt x="11410" y="445"/>
                </a:cubicBezTo>
                <a:lnTo>
                  <a:pt x="21600" y="10795"/>
                </a:lnTo>
                <a:cubicBezTo>
                  <a:pt x="21600" y="10795"/>
                  <a:pt x="11413" y="21119"/>
                  <a:pt x="11413" y="21141"/>
                </a:cubicBezTo>
                <a:cubicBezTo>
                  <a:pt x="10263" y="22165"/>
                  <a:pt x="10427" y="21155"/>
                  <a:pt x="10427" y="21155"/>
                </a:cubicBezTo>
                <a:lnTo>
                  <a:pt x="10427" y="15976"/>
                </a:lnTo>
                <a:lnTo>
                  <a:pt x="0" y="15976"/>
                </a:lnTo>
                <a:lnTo>
                  <a:pt x="0" y="5615"/>
                </a:lnTo>
                <a:close/>
              </a:path>
            </a:pathLst>
          </a:custGeom>
          <a:solidFill>
            <a:srgbClr val="9FC5E8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2C3024-9F90-1A48-B24F-D072FDAA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Redirectare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A7DF4-A175-5A43-BBE4-ED097CD9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064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DA2B-CDF8-224D-857F-E33E8F3D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Redirectare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9E4D28-5A9A-2A43-B250-9BD2CC3D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E98D45B-01B8-F64F-B534-B377A7013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205831"/>
            <a:ext cx="4762500" cy="3314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F2F37A-AF6C-DC49-9D3E-496E4CACEBD0}"/>
              </a:ext>
            </a:extLst>
          </p:cNvPr>
          <p:cNvSpPr txBox="1"/>
          <p:nvPr/>
        </p:nvSpPr>
        <p:spPr>
          <a:xfrm>
            <a:off x="4495708" y="33644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E5445-25C8-9A40-A5A1-20DE5556D920}"/>
              </a:ext>
            </a:extLst>
          </p:cNvPr>
          <p:cNvCxnSpPr/>
          <p:nvPr/>
        </p:nvCxnSpPr>
        <p:spPr>
          <a:xfrm>
            <a:off x="4495708" y="3364468"/>
            <a:ext cx="457292" cy="149314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6BE6B8-1282-B249-8E06-A3F9DB8B45BA}"/>
              </a:ext>
            </a:extLst>
          </p:cNvPr>
          <p:cNvSpPr txBox="1"/>
          <p:nvPr/>
        </p:nvSpPr>
        <p:spPr>
          <a:xfrm>
            <a:off x="4038600" y="3626078"/>
            <a:ext cx="322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800"/>
              <a:t>.txt</a:t>
            </a:r>
          </a:p>
        </p:txBody>
      </p:sp>
    </p:spTree>
    <p:extLst>
      <p:ext uri="{BB962C8B-B14F-4D97-AF65-F5344CB8AC3E}">
        <p14:creationId xmlns:p14="http://schemas.microsoft.com/office/powerpoint/2010/main" val="3781200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38175-2757-CD4C-BEE2-82C57FD0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Drepturile de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7FD6A-EFAB-6747-9B49-B5939A750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00FF6-1D13-2241-8E6B-7DDBD139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63245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>
                <a:uFillTx/>
              </a:rPr>
              <a:t>UNIX</a:t>
            </a:r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fr-FR" smtClean="0">
                <a:uFillTx/>
              </a:rPr>
              <a:t>43</a:t>
            </a:fld>
            <a:endParaRPr lang="fr-FR">
              <a:uFillTx/>
            </a:endParaRPr>
          </a:p>
        </p:txBody>
      </p:sp>
      <p:pic>
        <p:nvPicPr>
          <p:cNvPr id="6" name="Graphic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413" y="1984041"/>
            <a:ext cx="8385175" cy="403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19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>
                <a:uFillTx/>
              </a:rPr>
              <a:t>Gestion de permissions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b="1">
                <a:uFillTx/>
              </a:rPr>
              <a:t>UNIX:</a:t>
            </a:r>
            <a:endParaRPr lang="ro-RO">
              <a:uFillTx/>
            </a:endParaRPr>
          </a:p>
          <a:p>
            <a:pPr lvl="1"/>
            <a:r>
              <a:rPr lang="ro-RO">
                <a:uFillTx/>
              </a:rPr>
              <a:t>Enitități: User, Group, Others</a:t>
            </a:r>
          </a:p>
          <a:p>
            <a:pPr lvl="1"/>
            <a:r>
              <a:rPr lang="ro-RO">
                <a:uFillTx/>
              </a:rPr>
              <a:t>Tipuri: Read, Write, Execute</a:t>
            </a:r>
          </a:p>
          <a:p>
            <a:pPr marL="457200" lvl="1" indent="0">
              <a:buNone/>
            </a:pPr>
            <a:endParaRPr lang="ro-RO">
              <a:uFillTx/>
            </a:endParaRPr>
          </a:p>
          <a:p>
            <a:pPr marL="800100" lvl="2" indent="0">
              <a:buNone/>
            </a:pP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mode in octal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chmod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"/path/to/file"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0644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</a:p>
          <a:p>
            <a:pPr lvl="1"/>
            <a:endParaRPr lang="ro-RO">
              <a:uFillTx/>
            </a:endParaRPr>
          </a:p>
          <a:p>
            <a:r>
              <a:rPr lang="ro-RO" b="1">
                <a:uFillTx/>
              </a:rPr>
              <a:t>Windows: </a:t>
            </a:r>
            <a:r>
              <a:rPr lang="ro-RO">
                <a:uFillTx/>
              </a:rPr>
              <a:t>Liste de acces</a:t>
            </a:r>
          </a:p>
          <a:p>
            <a:pPr lvl="1"/>
            <a:r>
              <a:rPr lang="ro-RO">
                <a:uFillTx/>
              </a:rPr>
              <a:t>ACL: access control lists</a:t>
            </a:r>
          </a:p>
          <a:p>
            <a:pPr lvl="1"/>
            <a:r>
              <a:rPr lang="ro-RO"/>
              <a:t>Tipuri: citire, scriere, listare, etc.</a:t>
            </a:r>
            <a:endParaRPr lang="ro-RO">
              <a:uFillTx/>
            </a:endParaRPr>
          </a:p>
          <a:p>
            <a:pPr lvl="1"/>
            <a:r>
              <a:rPr lang="ro-RO">
                <a:uFillTx/>
              </a:rPr>
              <a:t>Permisiuni doar</a:t>
            </a:r>
            <a:r>
              <a:rPr lang="ro-RO"/>
              <a:t> pentru</a:t>
            </a:r>
            <a:r>
              <a:rPr lang="ro-RO">
                <a:uFillTx/>
              </a:rPr>
              <a:t> NTFS, nu și pentru FAT32</a:t>
            </a:r>
          </a:p>
          <a:p>
            <a:pPr marL="457200" lvl="1" indent="0">
              <a:buNone/>
            </a:pPr>
            <a:endParaRPr lang="ro-RO">
              <a:uFillTx/>
            </a:endParaRPr>
          </a:p>
          <a:p>
            <a:pPr marL="800100" lvl="2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SetNamedSecurityInfo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pPr lvl="1"/>
            <a:endParaRPr lang="ro-RO">
              <a:uFillTx/>
            </a:endParaRPr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>
                <a:uFillTx/>
              </a:rPr>
              <a:t>44</a:t>
            </a:fld>
            <a:endParaRPr lang="ro-RO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32630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6CF147-F82E-EE49-9892-430EE4E9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Directoare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6BE1D-7B05-8042-8B81-378156537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114C3F-E5DC-A348-9AE0-E8374D3F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821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176E31-2CAF-BA4F-B1E2-202D47D7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Directoare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E20A7-F42F-FD44-B0AE-0873AC1BC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fișiere speciale</a:t>
            </a:r>
          </a:p>
          <a:p>
            <a:r>
              <a:rPr lang="ro-RO"/>
              <a:t>conțin </a:t>
            </a:r>
            <a:r>
              <a:rPr lang="ro-RO" i="1"/>
              <a:t>o listă</a:t>
            </a:r>
            <a:r>
              <a:rPr lang="ro-RO"/>
              <a:t> de fișiere și directoare</a:t>
            </a:r>
          </a:p>
          <a:p>
            <a:r>
              <a:rPr lang="ro-RO"/>
              <a:t>intrări speciale</a:t>
            </a:r>
          </a:p>
          <a:p>
            <a:pPr lvl="1"/>
            <a:r>
              <a:rPr lang="ro-RO"/>
              <a:t>. -&gt; directorul curent</a:t>
            </a:r>
          </a:p>
          <a:p>
            <a:pPr lvl="1"/>
            <a:r>
              <a:rPr lang="ro-RO"/>
              <a:t>.. -&gt; directorul părinte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D13D4-C2B1-BD4C-8581-74A8B8DF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270370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2150-F0A5-A94E-AA6B-B8C08BDD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directoare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E6141-7663-2D40-9089-D5FF812C6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creare (mkdir)</a:t>
            </a:r>
          </a:p>
          <a:p>
            <a:r>
              <a:rPr lang="ro-RO"/>
              <a:t>creare unei intrări (touch, mkdir, ln, mknod)</a:t>
            </a:r>
          </a:p>
          <a:p>
            <a:r>
              <a:rPr lang="ro-RO"/>
              <a:t>ștergerea unei intrări (rm, rmdir, unlink)</a:t>
            </a:r>
          </a:p>
          <a:p>
            <a:r>
              <a:rPr lang="ro-RO"/>
              <a:t>ștergere (rmdir) </a:t>
            </a:r>
          </a:p>
          <a:p>
            <a:r>
              <a:rPr lang="ro-RO"/>
              <a:t>listarea conținutului (ls)</a:t>
            </a:r>
          </a:p>
          <a:p>
            <a:r>
              <a:rPr lang="ro-RO"/>
              <a:t>intrarea într-un director (cd)</a:t>
            </a:r>
          </a:p>
          <a:p>
            <a:r>
              <a:rPr lang="ro-RO"/>
              <a:t>redenumirea unei intrări (mv)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3297-F398-4148-A9CC-FCE99BB8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80839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7F86-2E1B-E44F-9E42-193609C5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directoare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F1A4-2D75-AE43-8D46-9BEAFCD2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/>
              <a:t>UNIX</a:t>
            </a:r>
          </a:p>
          <a:p>
            <a:pPr marL="0" indent="0">
              <a:buNone/>
            </a:pPr>
            <a:endParaRPr lang="ro-RO" b="1"/>
          </a:p>
          <a:p>
            <a:pPr marL="0" indent="0">
              <a:buNone/>
            </a:pP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make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mkdir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*path, </a:t>
            </a:r>
            <a:r>
              <a:rPr lang="ro-RO" sz="2400">
                <a:solidFill>
                  <a:srgbClr val="267F99"/>
                </a:solidFill>
                <a:latin typeface="Menlo" panose="020B0609030804020204" pitchFamily="49" charset="0"/>
              </a:rPr>
              <a:t>mode_t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mode);</a:t>
            </a:r>
          </a:p>
          <a:p>
            <a:pPr marL="0" indent="0">
              <a:buNone/>
            </a:pPr>
            <a:b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change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chdir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*path);</a:t>
            </a:r>
          </a:p>
          <a:p>
            <a:pPr marL="0" indent="0">
              <a:buNone/>
            </a:pPr>
            <a:b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remove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rmdir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*path);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EE7B-EAA0-884B-AFBC-2378AAF6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7624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7F86-2E1B-E44F-9E42-193609C5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directoare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F1A4-2D75-AE43-8D46-9BEAFCD2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o-RO"/>
              <a:t>UNIX</a:t>
            </a:r>
          </a:p>
          <a:p>
            <a:pPr marL="0" indent="0">
              <a:buNone/>
            </a:pPr>
            <a:endParaRPr lang="ro-RO" sz="240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open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DIR *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opendir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*filename);</a:t>
            </a:r>
          </a:p>
          <a:p>
            <a:pPr marL="0" indent="0">
              <a:buNone/>
            </a:pPr>
            <a:b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read a directiory entry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dirent *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readdir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(DIR *dirp);</a:t>
            </a:r>
          </a:p>
          <a:p>
            <a:pPr marL="0" indent="0">
              <a:buNone/>
            </a:pPr>
            <a:b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rewind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rewinddir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(DIR *dirp);</a:t>
            </a:r>
          </a:p>
          <a:p>
            <a:pPr marL="0" indent="0">
              <a:buNone/>
            </a:pPr>
            <a:b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close directory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closedir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(DIR *dirp);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EE7B-EAA0-884B-AFBC-2378AAF6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10687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D06D-39FC-4C4D-8026-F9A147EF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– listarea unui director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A6E5-774B-2B49-A632-67F2347D9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DIR *dir;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dirent *entry;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dir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opendir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"/"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(dir !=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do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    entry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readdir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(dir);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(entry !=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"%s</a:t>
            </a:r>
            <a:r>
              <a:rPr lang="ro-RO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entry-&gt;</a:t>
            </a:r>
            <a:r>
              <a:rPr lang="ro-RO">
                <a:solidFill>
                  <a:srgbClr val="001080"/>
                </a:solidFill>
                <a:latin typeface="Menlo" panose="020B0609030804020204" pitchFamily="49" charset="0"/>
              </a:rPr>
              <a:t>d_name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} 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(entry !=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closedir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(dir);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"opendir"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BEFF7-30A0-9A48-83C2-2393E91D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27335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7F86-2E1B-E44F-9E42-193609C5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pentru directoare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F1A4-2D75-AE43-8D46-9BEAFCD2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/>
              <a:t>Windows</a:t>
            </a:r>
          </a:p>
          <a:p>
            <a:pPr marL="0" indent="0">
              <a:buNone/>
            </a:pPr>
            <a:endParaRPr lang="ro-RO" b="1"/>
          </a:p>
          <a:p>
            <a:r>
              <a:rPr lang="ro-RO" sz="2400">
                <a:latin typeface="Menlo" panose="020B0609030804020204" pitchFamily="49" charset="0"/>
              </a:rPr>
              <a:t>HANDLE</a:t>
            </a:r>
          </a:p>
          <a:p>
            <a:r>
              <a:rPr lang="ro-RO" sz="2400">
                <a:latin typeface="Menlo" panose="020B0609030804020204" pitchFamily="49" charset="0"/>
              </a:rPr>
              <a:t>CreateDirectory </a:t>
            </a:r>
          </a:p>
          <a:p>
            <a:r>
              <a:rPr lang="ro-RO" sz="2400">
                <a:latin typeface="Menlo" panose="020B0609030804020204" pitchFamily="49" charset="0"/>
              </a:rPr>
              <a:t>RemoveDirectory</a:t>
            </a:r>
          </a:p>
          <a:p>
            <a:r>
              <a:rPr lang="ro-RO" sz="2400">
                <a:latin typeface="Menlo" panose="020B0609030804020204" pitchFamily="49" charset="0"/>
              </a:rPr>
              <a:t>SetCurrentDirectory</a:t>
            </a:r>
          </a:p>
          <a:p>
            <a:r>
              <a:rPr lang="ro-RO" sz="2400">
                <a:latin typeface="Menlo" panose="020B0609030804020204" pitchFamily="49" charset="0"/>
              </a:rPr>
              <a:t>FindFirstFile</a:t>
            </a:r>
          </a:p>
          <a:p>
            <a:r>
              <a:rPr lang="ro-RO" sz="2400">
                <a:latin typeface="Menlo" panose="020B0609030804020204" pitchFamily="49" charset="0"/>
              </a:rPr>
              <a:t>FindNextFile</a:t>
            </a:r>
          </a:p>
          <a:p>
            <a:r>
              <a:rPr lang="ro-RO" sz="2400">
                <a:latin typeface="Menlo" panose="020B0609030804020204" pitchFamily="49" charset="0"/>
              </a:rPr>
              <a:t>FindClose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EE7B-EAA0-884B-AFBC-2378AAF6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180929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595B88-A5B4-5344-ADD4-CCA7BF4C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Fișiere Speciale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1E6383-21F2-E241-A234-61E2EA85C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20781-DDB0-824D-9728-D196D711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806866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E638B0-68A1-3A40-950C-EED12DA5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Fișiere speciale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AFF8D-376A-BE42-9C4D-098A78BF6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Link-uri (ln, link)</a:t>
            </a:r>
          </a:p>
          <a:p>
            <a:r>
              <a:rPr lang="ro-RO"/>
              <a:t>dispozitive caracter (mknod, mknod)</a:t>
            </a:r>
          </a:p>
          <a:p>
            <a:r>
              <a:rPr lang="ro-RO"/>
              <a:t>dispozitive bloc  (mknod, mknod)</a:t>
            </a:r>
          </a:p>
          <a:p>
            <a:r>
              <a:rPr lang="ro-RO"/>
              <a:t>FIFO (mknod/mkfifo, mknod/mkfifo)</a:t>
            </a:r>
          </a:p>
          <a:p>
            <a:r>
              <a:rPr lang="ro-RO"/>
              <a:t>sockets UNIX (N/A, socket/mknod)</a:t>
            </a:r>
          </a:p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C6AEE-12C4-CC4C-9FA1-82F9C0E3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6724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B631-B959-2B41-A2B4-7EF7F830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Link-uri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1492-FD4F-824B-B370-AEFA4055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>
            <a:normAutofit/>
          </a:bodyPr>
          <a:lstStyle/>
          <a:p>
            <a:r>
              <a:rPr lang="ro-RO"/>
              <a:t>Pointer către un fișier existent</a:t>
            </a:r>
          </a:p>
          <a:p>
            <a:r>
              <a:rPr lang="ro-RO"/>
              <a:t>Tipuri</a:t>
            </a:r>
          </a:p>
          <a:p>
            <a:pPr lvl="1"/>
            <a:r>
              <a:rPr lang="ro-RO"/>
              <a:t>simbolice (soft link, similare cu </a:t>
            </a:r>
            <a:r>
              <a:rPr lang="ro-RO" i="1"/>
              <a:t>shortcut</a:t>
            </a:r>
            <a:r>
              <a:rPr lang="ro-RO"/>
              <a:t>)</a:t>
            </a:r>
          </a:p>
          <a:p>
            <a:pPr lvl="1"/>
            <a:r>
              <a:rPr lang="ro-RO"/>
              <a:t>hard (aceelași fișier, nume diferit)</a:t>
            </a:r>
          </a:p>
          <a:p>
            <a:pPr marL="0" indent="0">
              <a:buNone/>
            </a:pPr>
            <a:endParaRPr lang="ro-RO"/>
          </a:p>
          <a:p>
            <a:pPr marL="0" indent="0">
              <a:lnSpc>
                <a:spcPct val="116667"/>
              </a:lnSpc>
              <a:spcBef>
                <a:spcPts val="969"/>
              </a:spcBef>
              <a:buNone/>
            </a:pPr>
            <a:r>
              <a:rPr lang="ro-RO" sz="14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ls -l /usr/bin/cc</a:t>
            </a:r>
          </a:p>
          <a:p>
            <a:pPr marL="0" indent="0">
              <a:lnSpc>
                <a:spcPct val="116667"/>
              </a:lnSpc>
              <a:spcBef>
                <a:spcPts val="969"/>
              </a:spcBef>
              <a:buNone/>
            </a:pPr>
            <a:r>
              <a:rPr lang="ro-RO" sz="14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lrwxrwxrwx 1 root root 20 Oct 6 2005 /usr/bin/cc -&gt; /etc/alternatives/cc</a:t>
            </a:r>
          </a:p>
          <a:p>
            <a:pPr marL="0" indent="0">
              <a:lnSpc>
                <a:spcPct val="116667"/>
              </a:lnSpc>
              <a:spcBef>
                <a:spcPts val="969"/>
              </a:spcBef>
              <a:buNone/>
            </a:pPr>
            <a:r>
              <a:rPr lang="ro-RO" sz="14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lrwxrwxrwx 1 root root 12 Apr 22 2007 /etc/alternatives/cc -&gt; /usr/bin/gcc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FDA66-F906-6348-B83B-085C0695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467229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7F73-DD53-754B-9FDE-55ABC089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Fișiere dispozitiv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5886-8594-B84A-9A5F-75CE39A3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/>
              <a:t>Tip caracter</a:t>
            </a:r>
          </a:p>
          <a:p>
            <a:pPr lvl="1"/>
            <a:r>
              <a:rPr lang="ro-RO"/>
              <a:t>Acces secvențial</a:t>
            </a:r>
          </a:p>
          <a:p>
            <a:pPr lvl="1"/>
            <a:r>
              <a:rPr lang="ro-RO"/>
              <a:t>Dispozitiv serial</a:t>
            </a:r>
          </a:p>
          <a:p>
            <a:pPr lvl="2"/>
            <a:r>
              <a:rPr lang="ro-RO"/>
              <a:t>Keyboard, mouse etc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$ ls -l /dev/ttyS0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crw-rw---- 1 root dialout 4, 64 Feb 26 2005 /dev/ttyS0</a:t>
            </a:r>
          </a:p>
          <a:p>
            <a:pPr marL="914400" lvl="2" indent="0">
              <a:buNone/>
            </a:pPr>
            <a:endParaRPr lang="ro-RO"/>
          </a:p>
          <a:p>
            <a:r>
              <a:rPr lang="ro-RO"/>
              <a:t>Tip bloc</a:t>
            </a:r>
          </a:p>
          <a:p>
            <a:pPr lvl="1"/>
            <a:r>
              <a:rPr lang="ro-RO"/>
              <a:t>Acces aleatoriu</a:t>
            </a:r>
          </a:p>
          <a:p>
            <a:pPr lvl="1"/>
            <a:r>
              <a:rPr lang="ro-RO"/>
              <a:t>Citiri si scrieri în bloc</a:t>
            </a:r>
          </a:p>
          <a:p>
            <a:pPr lvl="2"/>
            <a:r>
              <a:rPr lang="ro-RO"/>
              <a:t>Disc, usb, …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$ ls -l /dev/sda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brw-rw---- 1 root disk 8, 0 Feb 26 2005 /dev/sda</a:t>
            </a:r>
          </a:p>
          <a:p>
            <a:pPr lvl="2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CA254-8656-EA4B-9746-5764C0B4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1563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0E09-D83A-384C-B1F4-EE29EFD6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Socket UNIX și 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73DC-4BEB-E844-9BE3-6B24A701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ro-RO"/>
              <a:t>Socket-uri Unix</a:t>
            </a:r>
          </a:p>
          <a:p>
            <a:pPr lvl="1"/>
            <a:r>
              <a:rPr lang="ro-RO"/>
              <a:t>comunicare locală între procese</a:t>
            </a:r>
          </a:p>
          <a:p>
            <a:pPr lvl="1"/>
            <a:r>
              <a:rPr lang="ro-RO"/>
              <a:t>sunt intrări în sistemul de fișiere</a:t>
            </a:r>
          </a:p>
          <a:p>
            <a:pPr marL="0" indent="0">
              <a:lnSpc>
                <a:spcPct val="116250"/>
              </a:lnSpc>
              <a:spcBef>
                <a:spcPts val="969"/>
              </a:spcBef>
              <a:buNone/>
            </a:pPr>
            <a:r>
              <a:rPr lang="ro-RO" sz="17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ls -l /var/run/cups/cups.sock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7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srwxrwxrwx 1 root root 0 2008-03-03 11:10 /var/run/cups/cups.sock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endParaRPr lang="ro-RO" sz="17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ro-RO"/>
              <a:t>FIFO</a:t>
            </a:r>
          </a:p>
          <a:p>
            <a:pPr lvl="1"/>
            <a:r>
              <a:rPr lang="ro-RO"/>
              <a:t>pipe—ri cu nume</a:t>
            </a:r>
          </a:p>
          <a:p>
            <a:pPr lvl="1"/>
            <a:r>
              <a:rPr lang="ro-RO"/>
              <a:t>un proces scrie, un alt proces citește</a:t>
            </a:r>
          </a:p>
          <a:p>
            <a:pPr marL="0" indent="0">
              <a:lnSpc>
                <a:spcPct val="116250"/>
              </a:lnSpc>
              <a:spcBef>
                <a:spcPts val="969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ls -l mypipe</a:t>
            </a:r>
          </a:p>
          <a:p>
            <a:pPr marL="0" indent="0">
              <a:lnSpc>
                <a:spcPct val="116250"/>
              </a:lnSpc>
              <a:spcBef>
                <a:spcPts val="774"/>
              </a:spcBef>
              <a:buNone/>
            </a:pPr>
            <a:r>
              <a:rPr lang="ro-RO" sz="1814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prw-r--r-- 1 razvan razvan 0 2008-03-03 21:14 mypipe</a:t>
            </a:r>
          </a:p>
          <a:p>
            <a:pPr lvl="1"/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D9E0-DEF1-E64B-A774-4573EE3E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88809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FC52-2ADF-794D-95D8-2745A65C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Standard IO vs Low Level 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7864-746E-8342-83B7-5A188E0A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Standard IO– fopen, fread, fwrite, fclose</a:t>
            </a:r>
          </a:p>
          <a:p>
            <a:pPr lvl="1"/>
            <a:r>
              <a:rPr lang="ro-RO"/>
              <a:t>Buffered IO</a:t>
            </a:r>
          </a:p>
          <a:p>
            <a:pPr lvl="1"/>
            <a:r>
              <a:rPr lang="ro-RO"/>
              <a:t>probleme cu double-buffer</a:t>
            </a:r>
          </a:p>
          <a:p>
            <a:pPr lvl="1"/>
            <a:r>
              <a:rPr lang="ro-RO"/>
              <a:t>Acces de nivel înalt, portabil între sisteme</a:t>
            </a:r>
          </a:p>
          <a:p>
            <a:endParaRPr lang="ro-RO"/>
          </a:p>
          <a:p>
            <a:r>
              <a:rPr lang="ro-RO"/>
              <a:t>Low Lovel IO– open/CreateFile, read/ReadFile</a:t>
            </a:r>
          </a:p>
          <a:p>
            <a:pPr lvl="1"/>
            <a:r>
              <a:rPr lang="ro-RO"/>
              <a:t>aproape de apeluri de sistem</a:t>
            </a:r>
          </a:p>
          <a:p>
            <a:pPr lvl="1"/>
            <a:r>
              <a:rPr lang="ro-RO"/>
              <a:t>oferă o mai mare flexibilitate</a:t>
            </a:r>
          </a:p>
          <a:p>
            <a:pPr lvl="1"/>
            <a:r>
              <a:rPr lang="ro-RO"/>
              <a:t>nu sunt portabile între sisteme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4E77F-913D-2142-8813-41ED3414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94554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011D6-A9D0-E14E-8B6B-88856454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Sisteme de fișiere virtuale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F80A-DBDB-C344-B861-C4EF94D8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o-RO" dirty="0"/>
              <a:t>Sisteme de fișiere care nu au efectiv date pe disc</a:t>
            </a:r>
          </a:p>
          <a:p>
            <a:pPr lvl="1"/>
            <a:r>
              <a:rPr lang="ro-RO" i="1" dirty="0" err="1"/>
              <a:t>procfs</a:t>
            </a:r>
            <a:r>
              <a:rPr lang="ro-RO" dirty="0"/>
              <a:t> montat în /</a:t>
            </a:r>
            <a:r>
              <a:rPr lang="ro-RO" dirty="0" err="1"/>
              <a:t>proc</a:t>
            </a:r>
            <a:endParaRPr lang="ro-RO" dirty="0"/>
          </a:p>
          <a:p>
            <a:pPr lvl="1"/>
            <a:r>
              <a:rPr lang="ro-RO" i="1" dirty="0" err="1"/>
              <a:t>devfs</a:t>
            </a:r>
            <a:r>
              <a:rPr lang="ro-RO" dirty="0"/>
              <a:t> montat în/</a:t>
            </a:r>
            <a:r>
              <a:rPr lang="ro-RO" dirty="0" err="1"/>
              <a:t>dev</a:t>
            </a:r>
            <a:endParaRPr lang="ro-RO" dirty="0"/>
          </a:p>
          <a:p>
            <a:pPr lvl="1"/>
            <a:r>
              <a:rPr lang="ro-RO" dirty="0"/>
              <a:t>unde sunt datele?</a:t>
            </a:r>
          </a:p>
          <a:p>
            <a:pPr lvl="1"/>
            <a:endParaRPr lang="ro-RO" dirty="0"/>
          </a:p>
          <a:p>
            <a:r>
              <a:rPr lang="ro-RO" dirty="0"/>
              <a:t>Fișiere speciale</a:t>
            </a:r>
          </a:p>
          <a:p>
            <a:pPr lvl="1"/>
            <a:r>
              <a:rPr lang="ro-RO" dirty="0"/>
              <a:t>/</a:t>
            </a:r>
            <a:r>
              <a:rPr lang="ro-RO" dirty="0" err="1"/>
              <a:t>dev</a:t>
            </a:r>
            <a:r>
              <a:rPr lang="ro-RO" dirty="0"/>
              <a:t>/</a:t>
            </a:r>
            <a:r>
              <a:rPr lang="ro-RO" dirty="0" err="1"/>
              <a:t>null</a:t>
            </a:r>
            <a:endParaRPr lang="ro-RO" dirty="0"/>
          </a:p>
          <a:p>
            <a:pPr lvl="1"/>
            <a:r>
              <a:rPr lang="ro-RO" dirty="0"/>
              <a:t>/</a:t>
            </a:r>
            <a:r>
              <a:rPr lang="ro-RO" dirty="0" err="1"/>
              <a:t>dev</a:t>
            </a:r>
            <a:r>
              <a:rPr lang="ro-RO" dirty="0"/>
              <a:t>/zero</a:t>
            </a:r>
          </a:p>
          <a:p>
            <a:pPr lvl="1"/>
            <a:r>
              <a:rPr lang="ro-RO" dirty="0"/>
              <a:t>/</a:t>
            </a:r>
            <a:r>
              <a:rPr lang="ro-RO" dirty="0" err="1"/>
              <a:t>dev</a:t>
            </a:r>
            <a:r>
              <a:rPr lang="ro-RO" dirty="0"/>
              <a:t>/</a:t>
            </a:r>
            <a:r>
              <a:rPr lang="ro-RO" dirty="0" err="1"/>
              <a:t>urandom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58DF-1EDD-7B44-AA9A-24F045D7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702678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o-RO"/>
              <a:t>Partiție</a:t>
            </a:r>
          </a:p>
          <a:p>
            <a:r>
              <a:rPr lang="ro-RO"/>
              <a:t>Montare</a:t>
            </a:r>
          </a:p>
          <a:p>
            <a:r>
              <a:rPr lang="ro-RO"/>
              <a:t>Sisteme de fișiere</a:t>
            </a:r>
          </a:p>
          <a:p>
            <a:r>
              <a:rPr lang="ro-RO"/>
              <a:t>Fișier</a:t>
            </a:r>
          </a:p>
          <a:p>
            <a:r>
              <a:rPr lang="ro-RO"/>
              <a:t>Director</a:t>
            </a:r>
          </a:p>
          <a:p>
            <a:r>
              <a:rPr lang="ro-RO"/>
              <a:t>Link</a:t>
            </a:r>
          </a:p>
          <a:p>
            <a:r>
              <a:rPr lang="ro-RO"/>
              <a:t>Dispozitiv caracter</a:t>
            </a:r>
          </a:p>
          <a:p>
            <a:r>
              <a:rPr lang="ro-RO"/>
              <a:t>Dispozitiv bloc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343400" cy="4525963"/>
          </a:xfrm>
        </p:spPr>
        <p:txBody>
          <a:bodyPr>
            <a:normAutofit/>
          </a:bodyPr>
          <a:lstStyle/>
          <a:p>
            <a:r>
              <a:rPr lang="ro-RO" dirty="0" err="1"/>
              <a:t>Socket</a:t>
            </a:r>
            <a:r>
              <a:rPr lang="ro-RO" dirty="0"/>
              <a:t> UNIX</a:t>
            </a:r>
          </a:p>
          <a:p>
            <a:r>
              <a:rPr lang="ro-RO" dirty="0"/>
              <a:t>FIFO</a:t>
            </a:r>
          </a:p>
          <a:p>
            <a:r>
              <a:rPr lang="ro-RO" dirty="0"/>
              <a:t>Drepturi</a:t>
            </a:r>
          </a:p>
          <a:p>
            <a:r>
              <a:rPr lang="ro-RO" dirty="0"/>
              <a:t>MBR</a:t>
            </a:r>
          </a:p>
          <a:p>
            <a:r>
              <a:rPr lang="ro-RO" dirty="0"/>
              <a:t>GPT</a:t>
            </a:r>
          </a:p>
          <a:p>
            <a:r>
              <a:rPr lang="ro-RO" dirty="0"/>
              <a:t>Standard IO</a:t>
            </a:r>
          </a:p>
          <a:p>
            <a:r>
              <a:rPr lang="ro-RO" dirty="0" err="1"/>
              <a:t>Low</a:t>
            </a:r>
            <a:r>
              <a:rPr lang="ro-RO" dirty="0"/>
              <a:t> </a:t>
            </a:r>
            <a:r>
              <a:rPr lang="ro-RO" dirty="0" err="1"/>
              <a:t>Level</a:t>
            </a:r>
            <a:r>
              <a:rPr lang="ro-RO" dirty="0"/>
              <a:t> IO</a:t>
            </a:r>
          </a:p>
          <a:p>
            <a:r>
              <a:rPr lang="ro-RO" dirty="0"/>
              <a:t>Sisteme de fișiere virtuale</a:t>
            </a:r>
          </a:p>
          <a:p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88661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Întrebări</a:t>
            </a:r>
            <a:endParaRPr lang="fr-FR" dirty="0"/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12452</TotalTime>
  <Words>2614</Words>
  <Application>Microsoft Macintosh PowerPoint</Application>
  <PresentationFormat>On-screen Show (4:3)</PresentationFormat>
  <Paragraphs>639</Paragraphs>
  <Slides>60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courier new</vt:lpstr>
      <vt:lpstr>Menlo</vt:lpstr>
      <vt:lpstr>Office Theme</vt:lpstr>
      <vt:lpstr>Sisteme de operare </vt:lpstr>
      <vt:lpstr>Conținut</vt:lpstr>
      <vt:lpstr>Bibliografie</vt:lpstr>
      <vt:lpstr>Memoria RAM</vt:lpstr>
      <vt:lpstr>Discul</vt:lpstr>
      <vt:lpstr>Sistemul de fișiere</vt:lpstr>
      <vt:lpstr>Operații pentru disc</vt:lpstr>
      <vt:lpstr>MBR</vt:lpstr>
      <vt:lpstr>GPT</vt:lpstr>
      <vt:lpstr>Sisteme De Fișiere</vt:lpstr>
      <vt:lpstr>Sisteme de fișiere</vt:lpstr>
      <vt:lpstr>Exemple de sisteme de fișiere</vt:lpstr>
      <vt:lpstr>Apelul de sistem</vt:lpstr>
      <vt:lpstr>Sistemul de fișiere – termeni</vt:lpstr>
      <vt:lpstr>Fișier</vt:lpstr>
      <vt:lpstr>Fișier</vt:lpstr>
      <vt:lpstr>Tipuri de fișiere</vt:lpstr>
      <vt:lpstr>Operații pentru fișierelor</vt:lpstr>
      <vt:lpstr>Tabela de descriptori de fișier</vt:lpstr>
      <vt:lpstr>Fișier deschis</vt:lpstr>
      <vt:lpstr>Descriptor de fișier</vt:lpstr>
      <vt:lpstr>Crearea</vt:lpstr>
      <vt:lpstr>Deschidere</vt:lpstr>
      <vt:lpstr>Citire</vt:lpstr>
      <vt:lpstr>Scriere</vt:lpstr>
      <vt:lpstr>Sistemul de citire și scriere</vt:lpstr>
      <vt:lpstr>Cursorul de fișier</vt:lpstr>
      <vt:lpstr>Tipuri de date</vt:lpstr>
      <vt:lpstr>Tipuri de date</vt:lpstr>
      <vt:lpstr>Duplicarea descriptorului</vt:lpstr>
      <vt:lpstr>Tipuri de date</vt:lpstr>
      <vt:lpstr>Tipuri de date</vt:lpstr>
      <vt:lpstr>Trunchiere</vt:lpstr>
      <vt:lpstr>Inchidere</vt:lpstr>
      <vt:lpstr>Exemplu – citirea unui fișier</vt:lpstr>
      <vt:lpstr>Accesul simultan la un fișier</vt:lpstr>
      <vt:lpstr>Accesul simultan la un descriptor</vt:lpstr>
      <vt:lpstr>Ștergere</vt:lpstr>
      <vt:lpstr>Redirectare</vt:lpstr>
      <vt:lpstr>Redirectare</vt:lpstr>
      <vt:lpstr>Redirectare</vt:lpstr>
      <vt:lpstr>Drepturile de access</vt:lpstr>
      <vt:lpstr>UNIX</vt:lpstr>
      <vt:lpstr>Gestion de permissions</vt:lpstr>
      <vt:lpstr>Directoare</vt:lpstr>
      <vt:lpstr>Directoare</vt:lpstr>
      <vt:lpstr>Operații pentru directoare</vt:lpstr>
      <vt:lpstr>Operații pentru directoare</vt:lpstr>
      <vt:lpstr>Operații pentru directoare</vt:lpstr>
      <vt:lpstr>Exemplu – listarea unui director</vt:lpstr>
      <vt:lpstr>Operații pentru directoare</vt:lpstr>
      <vt:lpstr>Fișiere Speciale</vt:lpstr>
      <vt:lpstr>Fișiere speciale</vt:lpstr>
      <vt:lpstr>Link-uri</vt:lpstr>
      <vt:lpstr>Fișiere dispozitiv</vt:lpstr>
      <vt:lpstr>Socket UNIX și FIFO</vt:lpstr>
      <vt:lpstr>Standard IO vs Low Level IO</vt:lpstr>
      <vt:lpstr>Sisteme de fișiere virtuale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1092</cp:revision>
  <dcterms:created xsi:type="dcterms:W3CDTF">2010-02-23T11:53:40Z</dcterms:created>
  <dcterms:modified xsi:type="dcterms:W3CDTF">2020-02-23T21:38:34Z</dcterms:modified>
</cp:coreProperties>
</file>